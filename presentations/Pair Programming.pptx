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15"/>
  </p:notesMasterIdLst>
  <p:handoutMasterIdLst>
    <p:handoutMasterId r:id="rId16"/>
  </p:handoutMasterIdLst>
  <p:sldIdLst>
    <p:sldId id="350" r:id="rId5"/>
    <p:sldId id="352" r:id="rId6"/>
    <p:sldId id="361" r:id="rId7"/>
    <p:sldId id="363" r:id="rId8"/>
    <p:sldId id="367" r:id="rId9"/>
    <p:sldId id="366" r:id="rId10"/>
    <p:sldId id="364" r:id="rId11"/>
    <p:sldId id="365" r:id="rId12"/>
    <p:sldId id="368" r:id="rId13"/>
    <p:sldId id="369" r:id="rId14"/>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226" autoAdjust="0"/>
  </p:normalViewPr>
  <p:slideViewPr>
    <p:cSldViewPr snapToGrid="0">
      <p:cViewPr varScale="1">
        <p:scale>
          <a:sx n="108" d="100"/>
          <a:sy n="108" d="100"/>
        </p:scale>
        <p:origin x="714" y="114"/>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99" d="100"/>
          <a:sy n="99" d="100"/>
        </p:scale>
        <p:origin x="357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5B66E5-15AA-4745-8A67-3CE257BEE3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a:p>
        </p:txBody>
      </p:sp>
      <p:sp>
        <p:nvSpPr>
          <p:cNvPr id="4" name="Footer Placeholder 3">
            <a:extLst>
              <a:ext uri="{FF2B5EF4-FFF2-40B4-BE49-F238E27FC236}">
                <a16:creationId xmlns:a16="http://schemas.microsoft.com/office/drawing/2014/main" id="{AC844A45-21B3-834A-A491-E4E4B9DC11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a:p>
        </p:txBody>
      </p:sp>
      <p:sp>
        <p:nvSpPr>
          <p:cNvPr id="5" name="Slide Number Placeholder 4">
            <a:extLst>
              <a:ext uri="{FF2B5EF4-FFF2-40B4-BE49-F238E27FC236}">
                <a16:creationId xmlns:a16="http://schemas.microsoft.com/office/drawing/2014/main" id="{AC039FDB-18A0-074D-8BA3-A4C3DE896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E6D13E5-4CEC-3A4A-8E5D-AFCEE7512EEC}" type="slidenum">
              <a:rPr lang="en-GB" smtClean="0"/>
              <a:t>‹#›</a:t>
            </a:fld>
            <a:endParaRPr lang="en-GB"/>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CA15AE-E040-4F31-96C6-FD066D034FFB}" type="datetime1">
              <a:rPr lang="en-GB" smtClean="0"/>
              <a:pPr/>
              <a:t>09/02/2024</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A89C7E07-3C67-C64C-8DA0-0404F6303970}" type="slidenum">
              <a:rPr lang="en-GB" noProof="0" smtClean="0"/>
              <a:t>‹#›</a:t>
            </a:fld>
            <a:endParaRPr lang="en-GB" noProof="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A89C7E07-3C67-C64C-8DA0-0404F6303970}" type="slidenum">
              <a:rPr lang="en-GB" smtClean="0"/>
              <a:t>1</a:t>
            </a:fld>
            <a:endParaRPr lang="en-GB"/>
          </a:p>
        </p:txBody>
      </p:sp>
    </p:spTree>
    <p:extLst>
      <p:ext uri="{BB962C8B-B14F-4D97-AF65-F5344CB8AC3E}">
        <p14:creationId xmlns:p14="http://schemas.microsoft.com/office/powerpoint/2010/main" val="3346581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A89C7E07-3C67-C64C-8DA0-0404F6303970}" type="slidenum">
              <a:rPr lang="en-GB" smtClean="0"/>
              <a:t>2</a:t>
            </a:fld>
            <a:endParaRPr lang="en-GB"/>
          </a:p>
        </p:txBody>
      </p:sp>
    </p:spTree>
    <p:extLst>
      <p:ext uri="{BB962C8B-B14F-4D97-AF65-F5344CB8AC3E}">
        <p14:creationId xmlns:p14="http://schemas.microsoft.com/office/powerpoint/2010/main" val="13157900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A89C7E07-3C67-C64C-8DA0-0404F6303970}" type="slidenum">
              <a:rPr lang="en-GB" smtClean="0"/>
              <a:t>3</a:t>
            </a:fld>
            <a:endParaRPr lang="en-GB"/>
          </a:p>
        </p:txBody>
      </p:sp>
    </p:spTree>
    <p:extLst>
      <p:ext uri="{BB962C8B-B14F-4D97-AF65-F5344CB8AC3E}">
        <p14:creationId xmlns:p14="http://schemas.microsoft.com/office/powerpoint/2010/main" val="4481526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A89C7E07-3C67-C64C-8DA0-0404F6303970}" type="slidenum">
              <a:rPr lang="en-GB" noProof="0" smtClean="0"/>
              <a:t>5</a:t>
            </a:fld>
            <a:endParaRPr lang="en-GB" noProof="0"/>
          </a:p>
        </p:txBody>
      </p:sp>
    </p:spTree>
    <p:extLst>
      <p:ext uri="{BB962C8B-B14F-4D97-AF65-F5344CB8AC3E}">
        <p14:creationId xmlns:p14="http://schemas.microsoft.com/office/powerpoint/2010/main" val="36734614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Personal favourite approach</a:t>
            </a:r>
          </a:p>
        </p:txBody>
      </p:sp>
      <p:sp>
        <p:nvSpPr>
          <p:cNvPr id="4" name="Slide Number Placeholder 3"/>
          <p:cNvSpPr>
            <a:spLocks noGrp="1"/>
          </p:cNvSpPr>
          <p:nvPr>
            <p:ph type="sldNum" sz="quarter" idx="5"/>
          </p:nvPr>
        </p:nvSpPr>
        <p:spPr/>
        <p:txBody>
          <a:bodyPr/>
          <a:lstStyle/>
          <a:p>
            <a:pPr rtl="0"/>
            <a:fld id="{A89C7E07-3C67-C64C-8DA0-0404F6303970}" type="slidenum">
              <a:rPr lang="en-GB" noProof="0" smtClean="0"/>
              <a:t>6</a:t>
            </a:fld>
            <a:endParaRPr lang="en-GB" noProof="0"/>
          </a:p>
        </p:txBody>
      </p:sp>
    </p:spTree>
    <p:extLst>
      <p:ext uri="{BB962C8B-B14F-4D97-AF65-F5344CB8AC3E}">
        <p14:creationId xmlns:p14="http://schemas.microsoft.com/office/powerpoint/2010/main" val="40235775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rtl="0"/>
            <a:fld id="{A89C7E07-3C67-C64C-8DA0-0404F6303970}" type="slidenum">
              <a:rPr lang="en-GB" noProof="0" smtClean="0"/>
              <a:t>7</a:t>
            </a:fld>
            <a:endParaRPr lang="en-GB" noProof="0"/>
          </a:p>
        </p:txBody>
      </p:sp>
    </p:spTree>
    <p:extLst>
      <p:ext uri="{BB962C8B-B14F-4D97-AF65-F5344CB8AC3E}">
        <p14:creationId xmlns:p14="http://schemas.microsoft.com/office/powerpoint/2010/main" val="37933634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rtlCol="0" anchor="b">
            <a:noAutofit/>
          </a:bodyPr>
          <a:lstStyle>
            <a:lvl1pPr algn="l">
              <a:defRPr sz="6000" b="1" i="0" spc="100" baseline="0">
                <a:solidFill>
                  <a:schemeClr val="bg1"/>
                </a:solidFill>
                <a:latin typeface="+mj-lt"/>
              </a:defRPr>
            </a:lvl1pPr>
          </a:lstStyle>
          <a:p>
            <a:pPr rtl="0"/>
            <a:r>
              <a:rPr lang="en-US" noProof="0"/>
              <a:t>Click to edit Master title style</a:t>
            </a:r>
            <a:endParaRPr lang="en-GB" noProof="0" dirty="0"/>
          </a:p>
        </p:txBody>
      </p:sp>
      <p:grpSp>
        <p:nvGrpSpPr>
          <p:cNvPr id="9" name="Group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rtlCol="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13" name="Straight Connector 12">
            <a:extLst>
              <a:ext uri="{FF2B5EF4-FFF2-40B4-BE49-F238E27FC236}">
                <a16:creationId xmlns:a16="http://schemas.microsoft.com/office/drawing/2014/main" id="{A69706A2-3726-FE4E-B923-E75D48597816}"/>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27108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n-GB" noProof="0"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spc="50" baseline="0">
                <a:latin typeface="+mj-lt"/>
              </a:defRPr>
            </a:lvl1pPr>
          </a:lstStyle>
          <a:p>
            <a:pPr rtl="0"/>
            <a:r>
              <a:rPr lang="en-US" noProof="0"/>
              <a:t>Click to edit Master title style</a:t>
            </a:r>
            <a:endParaRPr lang="en-GB" noProof="0" dirty="0"/>
          </a:p>
        </p:txBody>
      </p:sp>
      <p:cxnSp>
        <p:nvCxnSpPr>
          <p:cNvPr id="13" name="Straight Connector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Text Placeholder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5" name="Text Placeholder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16" name="Straight Connector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Text Placeholder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8" name="Text Placeholder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0" name="Straight Connector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Text Placeholder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2" name="Text Placeholder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3" name="Straight Connector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Text Placeholder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5" name="Text Placeholder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26" name="Straight Connector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Text Placeholder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rtlCol="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8" name="Text Placeholder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rtlCol="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 name="Date Placeholder 1">
            <a:extLst>
              <a:ext uri="{FF2B5EF4-FFF2-40B4-BE49-F238E27FC236}">
                <a16:creationId xmlns:a16="http://schemas.microsoft.com/office/drawing/2014/main" id="{62655503-4608-4F79-A5D4-B2F67958F263}"/>
              </a:ext>
            </a:extLst>
          </p:cNvPr>
          <p:cNvSpPr>
            <a:spLocks noGrp="1"/>
          </p:cNvSpPr>
          <p:nvPr>
            <p:ph type="dt" sz="half" idx="25"/>
          </p:nvPr>
        </p:nvSpPr>
        <p:spPr/>
        <p:txBody>
          <a:bodyPr rtlCol="0"/>
          <a:lstStyle/>
          <a:p>
            <a:pPr rtl="0"/>
            <a:fld id="{C02CDA83-4160-4EEB-AD7D-1C57C21837F3}" type="datetime3">
              <a:rPr lang="en-GB" noProof="0" smtClean="0">
                <a:latin typeface="+mn-lt"/>
              </a:rPr>
              <a:t>9 February, 2024</a:t>
            </a:fld>
            <a:endParaRPr lang="en-GB" noProof="0" dirty="0">
              <a:latin typeface="+mn-lt"/>
            </a:endParaRPr>
          </a:p>
        </p:txBody>
      </p:sp>
      <p:sp>
        <p:nvSpPr>
          <p:cNvPr id="3" name="Footer Placeholder 2">
            <a:extLst>
              <a:ext uri="{FF2B5EF4-FFF2-40B4-BE49-F238E27FC236}">
                <a16:creationId xmlns:a16="http://schemas.microsoft.com/office/drawing/2014/main" id="{9DAFA395-FE4C-4A99-A74E-57757D8473E1}"/>
              </a:ext>
            </a:extLst>
          </p:cNvPr>
          <p:cNvSpPr>
            <a:spLocks noGrp="1"/>
          </p:cNvSpPr>
          <p:nvPr>
            <p:ph type="ftr" sz="quarter" idx="26"/>
          </p:nvPr>
        </p:nvSpPr>
        <p:spPr/>
        <p:txBody>
          <a:bodyPr rtlCol="0"/>
          <a:lstStyle/>
          <a:p>
            <a:pPr rtl="0"/>
            <a:r>
              <a:rPr lang="en-GB" noProof="0" dirty="0"/>
              <a:t>Annual Review</a:t>
            </a:r>
            <a:endParaRPr lang="en-GB" b="0" noProof="0" dirty="0"/>
          </a:p>
        </p:txBody>
      </p:sp>
      <p:sp>
        <p:nvSpPr>
          <p:cNvPr id="4" name="Slide Number Placeholder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rtlCol="0"/>
          <a:lstStyle/>
          <a:p>
            <a:pPr rtl="0"/>
            <a:fld id="{294A09A9-5501-47C1-A89A-A340965A2BE2}" type="slidenum">
              <a:rPr lang="en-GB" noProof="0" smtClean="0"/>
              <a:pPr/>
              <a:t>‹#›</a:t>
            </a:fld>
            <a:endParaRPr lang="en-GB" noProof="0" dirty="0"/>
          </a:p>
        </p:txBody>
      </p:sp>
    </p:spTree>
    <p:extLst>
      <p:ext uri="{BB962C8B-B14F-4D97-AF65-F5344CB8AC3E}">
        <p14:creationId xmlns:p14="http://schemas.microsoft.com/office/powerpoint/2010/main" val="4093066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reeform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16" name="Freeform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19" name="Freeform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
        <p:nvSpPr>
          <p:cNvPr id="14" name="Picture Placeholder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rtlCol="0"/>
          <a:lstStyle/>
          <a:p>
            <a:pPr rtl="0"/>
            <a:r>
              <a:rPr lang="en-US" noProof="0"/>
              <a:t>Click icon to add picture</a:t>
            </a:r>
            <a:endParaRPr lang="en-GB" noProof="0" dirty="0"/>
          </a:p>
        </p:txBody>
      </p:sp>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n-GB" noProof="0" dirty="0"/>
          </a:p>
        </p:txBody>
      </p:sp>
      <p:cxnSp>
        <p:nvCxnSpPr>
          <p:cNvPr id="17" name="Straight Connector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rtlCol="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2" name="Date Placeholder 1">
            <a:extLst>
              <a:ext uri="{FF2B5EF4-FFF2-40B4-BE49-F238E27FC236}">
                <a16:creationId xmlns:a16="http://schemas.microsoft.com/office/drawing/2014/main" id="{CA64E0B3-57C5-4DAF-8531-F39610E77C09}"/>
              </a:ext>
            </a:extLst>
          </p:cNvPr>
          <p:cNvSpPr>
            <a:spLocks noGrp="1"/>
          </p:cNvSpPr>
          <p:nvPr>
            <p:ph type="dt" sz="half" idx="14"/>
          </p:nvPr>
        </p:nvSpPr>
        <p:spPr/>
        <p:txBody>
          <a:bodyPr rtlCol="0"/>
          <a:lstStyle/>
          <a:p>
            <a:pPr rtl="0"/>
            <a:fld id="{94200668-9301-4F8B-89F3-A4E2AEA80049}" type="datetime3">
              <a:rPr lang="en-GB" noProof="0" smtClean="0">
                <a:latin typeface="+mn-lt"/>
              </a:rPr>
              <a:t>9 February, 2024</a:t>
            </a:fld>
            <a:endParaRPr lang="en-GB" noProof="0" dirty="0">
              <a:latin typeface="+mn-lt"/>
            </a:endParaRPr>
          </a:p>
        </p:txBody>
      </p:sp>
      <p:sp>
        <p:nvSpPr>
          <p:cNvPr id="3" name="Footer Placeholder 2">
            <a:extLst>
              <a:ext uri="{FF2B5EF4-FFF2-40B4-BE49-F238E27FC236}">
                <a16:creationId xmlns:a16="http://schemas.microsoft.com/office/drawing/2014/main" id="{B7E0EC46-C626-4D58-AB64-0B3B850D1482}"/>
              </a:ext>
            </a:extLst>
          </p:cNvPr>
          <p:cNvSpPr>
            <a:spLocks noGrp="1"/>
          </p:cNvSpPr>
          <p:nvPr>
            <p:ph type="ftr" sz="quarter" idx="15"/>
          </p:nvPr>
        </p:nvSpPr>
        <p:spPr/>
        <p:txBody>
          <a:bodyPr rtlCol="0"/>
          <a:lstStyle/>
          <a:p>
            <a:pPr rtl="0"/>
            <a:r>
              <a:rPr lang="en-GB" noProof="0" dirty="0"/>
              <a:t>Annual Review</a:t>
            </a:r>
            <a:endParaRPr lang="en-GB" b="0" noProof="0" dirty="0"/>
          </a:p>
        </p:txBody>
      </p:sp>
      <p:sp>
        <p:nvSpPr>
          <p:cNvPr id="4" name="Slide Number Placeholder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rtlCol="0"/>
          <a:lstStyle/>
          <a:p>
            <a:pPr rtl="0"/>
            <a:fld id="{294A09A9-5501-47C1-A89A-A340965A2BE2}" type="slidenum">
              <a:rPr lang="en-GB" noProof="0" smtClean="0"/>
              <a:pPr/>
              <a:t>‹#›</a:t>
            </a:fld>
            <a:endParaRPr lang="en-GB" noProof="0" dirty="0"/>
          </a:p>
        </p:txBody>
      </p:sp>
    </p:spTree>
    <p:extLst>
      <p:ext uri="{BB962C8B-B14F-4D97-AF65-F5344CB8AC3E}">
        <p14:creationId xmlns:p14="http://schemas.microsoft.com/office/powerpoint/2010/main" val="3073769527"/>
      </p:ext>
    </p:extLst>
  </p:cSld>
  <p:clrMapOvr>
    <a:masterClrMapping/>
  </p:clrMapOvr>
  <p:extLst>
    <p:ext uri="{DCECCB84-F9BA-43D5-87BE-67443E8EF086}">
      <p15:sldGuideLst xmlns:p15="http://schemas.microsoft.com/office/powerpoint/2012/main">
        <p15:guide id="1" pos="600">
          <p15:clr>
            <a:srgbClr val="FBAE40"/>
          </p15:clr>
        </p15:guide>
        <p15:guide id="6" pos="3480" userDrawn="1">
          <p15:clr>
            <a:srgbClr val="FBAE40"/>
          </p15:clr>
        </p15:guide>
        <p15:guide id="7" orient="horz" pos="1440" userDrawn="1">
          <p15:clr>
            <a:srgbClr val="FBAE40"/>
          </p15:clr>
        </p15:guide>
        <p15:guide id="9" orient="horz" pos="1224" userDrawn="1">
          <p15:clr>
            <a:srgbClr val="FBAE40"/>
          </p15:clr>
        </p15:guide>
        <p15:guide id="10" orient="horz" pos="55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reak">
    <p:bg>
      <p:bgPr>
        <a:solidFill>
          <a:schemeClr val="tx1"/>
        </a:solidFill>
        <a:effectLst/>
      </p:bgPr>
    </p:bg>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rtlCol="0"/>
          <a:lstStyle/>
          <a:p>
            <a:pPr rtl="0"/>
            <a:r>
              <a:rPr lang="en-US" noProof="0"/>
              <a:t>Click icon to add picture</a:t>
            </a:r>
            <a:endParaRPr lang="en-GB" noProof="0" dirty="0"/>
          </a:p>
        </p:txBody>
      </p:sp>
      <p:sp>
        <p:nvSpPr>
          <p:cNvPr id="18" name="Title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rtlCol="0" anchor="b" anchorCtr="0">
            <a:normAutofit/>
          </a:bodyPr>
          <a:lstStyle>
            <a:lvl1pPr>
              <a:defRPr sz="4100" b="1" i="0" baseline="0">
                <a:solidFill>
                  <a:schemeClr val="tx1"/>
                </a:solidFill>
                <a:latin typeface="+mj-lt"/>
              </a:defRPr>
            </a:lvl1pPr>
          </a:lstStyle>
          <a:p>
            <a:pPr rtl="0"/>
            <a:r>
              <a:rPr lang="en-US" noProof="0"/>
              <a:t>Click to edit Master title style</a:t>
            </a:r>
            <a:endParaRPr lang="en-GB" noProof="0" dirty="0"/>
          </a:p>
        </p:txBody>
      </p:sp>
      <p:cxnSp>
        <p:nvCxnSpPr>
          <p:cNvPr id="20" name="Straight Connector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oup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reeform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4" name="Freeform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5" name="Freeform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Tree>
    <p:extLst>
      <p:ext uri="{BB962C8B-B14F-4D97-AF65-F5344CB8AC3E}">
        <p14:creationId xmlns:p14="http://schemas.microsoft.com/office/powerpoint/2010/main" val="2357889184"/>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tx1"/>
        </a:solidFill>
        <a:effectLst/>
      </p:bgPr>
    </p:bg>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rtlCol="0"/>
          <a:lstStyle>
            <a:lvl1pPr>
              <a:defRPr>
                <a:solidFill>
                  <a:schemeClr val="tx1"/>
                </a:solidFill>
              </a:defRPr>
            </a:lvl1pPr>
          </a:lstStyle>
          <a:p>
            <a:pPr rtl="0"/>
            <a:r>
              <a:rPr lang="en-US" noProof="0"/>
              <a:t>Click icon to add chart</a:t>
            </a:r>
            <a:endParaRPr lang="en-GB" noProof="0"/>
          </a:p>
        </p:txBody>
      </p:sp>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US" noProof="0"/>
              <a:t>Click to edit Master title style</a:t>
            </a:r>
            <a:endParaRPr lang="en-GB" noProof="0"/>
          </a:p>
        </p:txBody>
      </p:sp>
      <p:sp>
        <p:nvSpPr>
          <p:cNvPr id="2" name="Date Placeholder 1">
            <a:extLst>
              <a:ext uri="{FF2B5EF4-FFF2-40B4-BE49-F238E27FC236}">
                <a16:creationId xmlns:a16="http://schemas.microsoft.com/office/drawing/2014/main" id="{371012B1-809A-45CE-9FED-46D08DC8C42B}"/>
              </a:ext>
            </a:extLst>
          </p:cNvPr>
          <p:cNvSpPr>
            <a:spLocks noGrp="1"/>
          </p:cNvSpPr>
          <p:nvPr>
            <p:ph type="dt" sz="half" idx="11"/>
          </p:nvPr>
        </p:nvSpPr>
        <p:spPr/>
        <p:txBody>
          <a:bodyPr rtlCol="0"/>
          <a:lstStyle/>
          <a:p>
            <a:pPr rtl="0"/>
            <a:fld id="{029ECAD1-3047-43DC-81B7-231597E81F19}" type="datetime3">
              <a:rPr lang="en-GB" noProof="0" smtClean="0">
                <a:latin typeface="+mn-lt"/>
              </a:rPr>
              <a:t>9 February, 2024</a:t>
            </a:fld>
            <a:endParaRPr lang="en-GB" noProof="0">
              <a:latin typeface="+mn-lt"/>
            </a:endParaRPr>
          </a:p>
        </p:txBody>
      </p:sp>
      <p:sp>
        <p:nvSpPr>
          <p:cNvPr id="3" name="Footer Placeholder 2">
            <a:extLst>
              <a:ext uri="{FF2B5EF4-FFF2-40B4-BE49-F238E27FC236}">
                <a16:creationId xmlns:a16="http://schemas.microsoft.com/office/drawing/2014/main" id="{3FB6FA27-6601-4107-A3C9-808CB4430246}"/>
              </a:ext>
            </a:extLst>
          </p:cNvPr>
          <p:cNvSpPr>
            <a:spLocks noGrp="1"/>
          </p:cNvSpPr>
          <p:nvPr>
            <p:ph type="ftr" sz="quarter" idx="12"/>
          </p:nvPr>
        </p:nvSpPr>
        <p:spPr/>
        <p:txBody>
          <a:bodyPr rtlCol="0"/>
          <a:lstStyle/>
          <a:p>
            <a:pPr rtl="0"/>
            <a:r>
              <a:rPr lang="en-GB" noProof="0"/>
              <a:t>Annual Review</a:t>
            </a:r>
            <a:endParaRPr lang="en-GB" b="0" noProof="0"/>
          </a:p>
        </p:txBody>
      </p:sp>
      <p:sp>
        <p:nvSpPr>
          <p:cNvPr id="4" name="Slide Number Placeholder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rtlCol="0"/>
          <a:lstStyle/>
          <a:p>
            <a:pPr rtl="0"/>
            <a:fld id="{294A09A9-5501-47C1-A89A-A340965A2BE2}" type="slidenum">
              <a:rPr lang="en-GB" noProof="0" smtClean="0"/>
              <a:pPr/>
              <a:t>‹#›</a:t>
            </a:fld>
            <a:endParaRPr lang="en-GB" noProof="0">
              <a:latin typeface="+mn-lt"/>
            </a:endParaRPr>
          </a:p>
        </p:txBody>
      </p:sp>
    </p:spTree>
    <p:extLst>
      <p:ext uri="{BB962C8B-B14F-4D97-AF65-F5344CB8AC3E}">
        <p14:creationId xmlns:p14="http://schemas.microsoft.com/office/powerpoint/2010/main" val="2065862895"/>
      </p:ext>
    </p:extLst>
  </p:cSld>
  <p:clrMapOvr>
    <a:masterClrMapping/>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1392" userDrawn="1">
          <p15:clr>
            <a:srgbClr val="FBAE40"/>
          </p15:clr>
        </p15:guide>
        <p15:guide id="10" orient="horz" pos="5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US" noProof="0"/>
              <a:t>Click to edit Master title style</a:t>
            </a:r>
            <a:endParaRPr lang="en-GB" noProof="0"/>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rtlCol="0"/>
          <a:lstStyle/>
          <a:p>
            <a:pPr rtl="0"/>
            <a:r>
              <a:rPr lang="en-US" noProof="0"/>
              <a:t>Click icon to add table</a:t>
            </a:r>
            <a:endParaRPr lang="en-GB" noProof="0"/>
          </a:p>
        </p:txBody>
      </p:sp>
      <p:sp>
        <p:nvSpPr>
          <p:cNvPr id="2" name="Date Placeholder 1">
            <a:extLst>
              <a:ext uri="{FF2B5EF4-FFF2-40B4-BE49-F238E27FC236}">
                <a16:creationId xmlns:a16="http://schemas.microsoft.com/office/drawing/2014/main" id="{9B2411D2-78FE-46C1-9EA9-C6A882903B53}"/>
              </a:ext>
            </a:extLst>
          </p:cNvPr>
          <p:cNvSpPr>
            <a:spLocks noGrp="1"/>
          </p:cNvSpPr>
          <p:nvPr>
            <p:ph type="dt" sz="half" idx="11"/>
          </p:nvPr>
        </p:nvSpPr>
        <p:spPr/>
        <p:txBody>
          <a:bodyPr rtlCol="0"/>
          <a:lstStyle/>
          <a:p>
            <a:pPr rtl="0"/>
            <a:fld id="{1E6A16EE-7FBD-4E62-A186-69A1E1C8758D}" type="datetime3">
              <a:rPr lang="en-GB" noProof="0" smtClean="0">
                <a:latin typeface="+mn-lt"/>
              </a:rPr>
              <a:t>9 February, 2024</a:t>
            </a:fld>
            <a:endParaRPr lang="en-GB" noProof="0">
              <a:latin typeface="+mn-lt"/>
            </a:endParaRPr>
          </a:p>
        </p:txBody>
      </p:sp>
      <p:sp>
        <p:nvSpPr>
          <p:cNvPr id="3" name="Footer Placeholder 2">
            <a:extLst>
              <a:ext uri="{FF2B5EF4-FFF2-40B4-BE49-F238E27FC236}">
                <a16:creationId xmlns:a16="http://schemas.microsoft.com/office/drawing/2014/main" id="{C04DAF8F-82DB-4DBE-9041-71217A4516CB}"/>
              </a:ext>
            </a:extLst>
          </p:cNvPr>
          <p:cNvSpPr>
            <a:spLocks noGrp="1"/>
          </p:cNvSpPr>
          <p:nvPr>
            <p:ph type="ftr" sz="quarter" idx="12"/>
          </p:nvPr>
        </p:nvSpPr>
        <p:spPr/>
        <p:txBody>
          <a:bodyPr rtlCol="0"/>
          <a:lstStyle/>
          <a:p>
            <a:pPr rtl="0"/>
            <a:r>
              <a:rPr lang="en-GB" noProof="0"/>
              <a:t>Annual Review</a:t>
            </a:r>
            <a:endParaRPr lang="en-GB" b="0" noProof="0"/>
          </a:p>
        </p:txBody>
      </p:sp>
      <p:sp>
        <p:nvSpPr>
          <p:cNvPr id="4" name="Slide Number Placeholder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rtlCol="0"/>
          <a:lstStyle/>
          <a:p>
            <a:pPr rtl="0"/>
            <a:fld id="{294A09A9-5501-47C1-A89A-A340965A2BE2}" type="slidenum">
              <a:rPr lang="en-GB" noProof="0" smtClean="0"/>
              <a:pPr/>
              <a:t>‹#›</a:t>
            </a:fld>
            <a:endParaRPr lang="en-GB" noProof="0">
              <a:latin typeface="+mn-lt"/>
            </a:endParaRPr>
          </a:p>
        </p:txBody>
      </p:sp>
    </p:spTree>
    <p:extLst>
      <p:ext uri="{BB962C8B-B14F-4D97-AF65-F5344CB8AC3E}">
        <p14:creationId xmlns:p14="http://schemas.microsoft.com/office/powerpoint/2010/main" val="340131073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rtlCol="0" anchor="t" anchorCtr="0">
            <a:normAutofit/>
          </a:bodyPr>
          <a:lstStyle>
            <a:lvl1pPr>
              <a:lnSpc>
                <a:spcPct val="100000"/>
              </a:lnSpc>
              <a:defRPr sz="2800" b="0" i="0">
                <a:solidFill>
                  <a:schemeClr val="bg1"/>
                </a:solidFill>
                <a:latin typeface="+mn-lt"/>
              </a:defRPr>
            </a:lvl1pPr>
          </a:lstStyle>
          <a:p>
            <a:pPr rtl="0"/>
            <a:r>
              <a:rPr lang="en-US" noProof="0"/>
              <a:t>Click to edit Master title style</a:t>
            </a:r>
            <a:endParaRPr lang="en-GB" noProof="0" dirty="0"/>
          </a:p>
        </p:txBody>
      </p:sp>
      <p:sp>
        <p:nvSpPr>
          <p:cNvPr id="10" name="TextBox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pPr rtl="0"/>
            <a:r>
              <a:rPr lang="en-GB" sz="20000" b="1" noProof="0" dirty="0">
                <a:solidFill>
                  <a:schemeClr val="bg1"/>
                </a:solidFill>
              </a:rPr>
              <a:t>“</a:t>
            </a:r>
          </a:p>
        </p:txBody>
      </p:sp>
      <p:grpSp>
        <p:nvGrpSpPr>
          <p:cNvPr id="18" name="Group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Shape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0" name="Freeform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1" name="Freeform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2" name="Freeform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n-GB" noProof="0" dirty="0"/>
            </a:p>
          </p:txBody>
        </p:sp>
        <p:sp>
          <p:nvSpPr>
            <p:cNvPr id="23" name="Freeform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grpSp>
        <p:nvGrpSpPr>
          <p:cNvPr id="24" name="Group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reeform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6" name="Freeform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7" name="Freeform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Tree>
    <p:extLst>
      <p:ext uri="{BB962C8B-B14F-4D97-AF65-F5344CB8AC3E}">
        <p14:creationId xmlns:p14="http://schemas.microsoft.com/office/powerpoint/2010/main" val="1447829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560">
          <p15:clr>
            <a:srgbClr val="FBAE40"/>
          </p15:clr>
        </p15:guide>
        <p15:guide id="8" orient="horz" pos="1752" userDrawn="1">
          <p15:clr>
            <a:srgbClr val="FBAE40"/>
          </p15:clr>
        </p15:guide>
        <p15:guide id="9" orient="horz" pos="124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bg>
      <p:bgPr>
        <a:solidFill>
          <a:schemeClr val="tx1"/>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reeform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7" name="Freeform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36" name="Freeform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
        <p:nvSpPr>
          <p:cNvPr id="38" name="Picture Placeholder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rtlCol="0"/>
          <a:lstStyle/>
          <a:p>
            <a:pPr rtl="0"/>
            <a:r>
              <a:rPr lang="en-US" noProof="0"/>
              <a:t>Click icon to add picture</a:t>
            </a:r>
            <a:endParaRPr lang="en-GB" noProof="0" dirty="0"/>
          </a:p>
        </p:txBody>
      </p:sp>
      <p:sp>
        <p:nvSpPr>
          <p:cNvPr id="61" name="Title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US" noProof="0"/>
              <a:t>Click to edit Master title style</a:t>
            </a:r>
            <a:endParaRPr lang="en-GB" noProof="0" dirty="0"/>
          </a:p>
        </p:txBody>
      </p:sp>
      <p:cxnSp>
        <p:nvCxnSpPr>
          <p:cNvPr id="62" name="Straight Connector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Picture Placeholder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rtlCol="0"/>
          <a:lstStyle/>
          <a:p>
            <a:pPr rtl="0"/>
            <a:r>
              <a:rPr lang="en-US" noProof="0"/>
              <a:t>Click icon to add picture</a:t>
            </a:r>
            <a:endParaRPr lang="en-GB" noProof="0" dirty="0"/>
          </a:p>
        </p:txBody>
      </p:sp>
      <p:sp>
        <p:nvSpPr>
          <p:cNvPr id="72" name="Text Placeholder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3" name="Text Placeholder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4" name="Text Placeholder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5" name="Text Placeholder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6" name="Text Placeholder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7" name="Text Placeholder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8" name="Text Placeholder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79" name="Text Placeholder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grpSp>
        <p:nvGrpSpPr>
          <p:cNvPr id="23" name="Group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Shape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9" name="Freeform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30" name="Freeform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31" name="Freeform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rtlCol="0" anchor="t" anchorCtr="0" upright="1">
              <a:noAutofit/>
            </a:bodyPr>
            <a:lstStyle/>
            <a:p>
              <a:pPr rtl="0"/>
              <a:endParaRPr lang="en-GB" noProof="0" dirty="0"/>
            </a:p>
          </p:txBody>
        </p:sp>
        <p:sp>
          <p:nvSpPr>
            <p:cNvPr id="32" name="Freeform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
        <p:nvSpPr>
          <p:cNvPr id="66" name="Picture Placeholder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rtlCol="0"/>
          <a:lstStyle/>
          <a:p>
            <a:pPr rtl="0"/>
            <a:r>
              <a:rPr lang="en-US" noProof="0"/>
              <a:t>Click icon to add picture</a:t>
            </a:r>
            <a:endParaRPr lang="en-GB" noProof="0" dirty="0"/>
          </a:p>
        </p:txBody>
      </p:sp>
      <p:sp>
        <p:nvSpPr>
          <p:cNvPr id="69" name="Picture Placeholder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rtlCol="0"/>
          <a:lstStyle/>
          <a:p>
            <a:pPr rtl="0"/>
            <a:r>
              <a:rPr lang="en-US" noProof="0"/>
              <a:t>Click icon to add picture</a:t>
            </a:r>
            <a:endParaRPr lang="en-GB" noProof="0" dirty="0"/>
          </a:p>
        </p:txBody>
      </p:sp>
      <p:sp>
        <p:nvSpPr>
          <p:cNvPr id="2" name="Date Placeholder 1">
            <a:extLst>
              <a:ext uri="{FF2B5EF4-FFF2-40B4-BE49-F238E27FC236}">
                <a16:creationId xmlns:a16="http://schemas.microsoft.com/office/drawing/2014/main" id="{8ED89364-B1CB-4E72-A6BB-95A34B50661C}"/>
              </a:ext>
            </a:extLst>
          </p:cNvPr>
          <p:cNvSpPr>
            <a:spLocks noGrp="1"/>
          </p:cNvSpPr>
          <p:nvPr>
            <p:ph type="dt" sz="half" idx="32"/>
          </p:nvPr>
        </p:nvSpPr>
        <p:spPr/>
        <p:txBody>
          <a:bodyPr rtlCol="0"/>
          <a:lstStyle/>
          <a:p>
            <a:pPr rtl="0"/>
            <a:fld id="{D21FA074-9295-430E-9633-F682F8C96958}" type="datetime3">
              <a:rPr lang="en-GB" noProof="0" smtClean="0">
                <a:latin typeface="+mn-lt"/>
              </a:rPr>
              <a:t>9 February, 2024</a:t>
            </a:fld>
            <a:endParaRPr lang="en-GB" noProof="0" dirty="0">
              <a:latin typeface="+mn-lt"/>
            </a:endParaRPr>
          </a:p>
        </p:txBody>
      </p:sp>
      <p:sp>
        <p:nvSpPr>
          <p:cNvPr id="3" name="Footer Placeholder 2">
            <a:extLst>
              <a:ext uri="{FF2B5EF4-FFF2-40B4-BE49-F238E27FC236}">
                <a16:creationId xmlns:a16="http://schemas.microsoft.com/office/drawing/2014/main" id="{8E09328F-B310-4BF3-883E-BA9A39676AF2}"/>
              </a:ext>
            </a:extLst>
          </p:cNvPr>
          <p:cNvSpPr>
            <a:spLocks noGrp="1"/>
          </p:cNvSpPr>
          <p:nvPr>
            <p:ph type="ftr" sz="quarter" idx="33"/>
          </p:nvPr>
        </p:nvSpPr>
        <p:spPr/>
        <p:txBody>
          <a:bodyPr rtlCol="0"/>
          <a:lstStyle/>
          <a:p>
            <a:pPr rtl="0"/>
            <a:r>
              <a:rPr lang="en-GB" noProof="0" dirty="0"/>
              <a:t>Annual Review</a:t>
            </a:r>
            <a:endParaRPr lang="en-GB" b="0" noProof="0" dirty="0"/>
          </a:p>
        </p:txBody>
      </p:sp>
      <p:sp>
        <p:nvSpPr>
          <p:cNvPr id="4" name="Slide Number Placeholder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rtlCol="0"/>
          <a:lstStyle/>
          <a:p>
            <a:pPr rtl="0"/>
            <a:fld id="{294A09A9-5501-47C1-A89A-A340965A2BE2}" type="slidenum">
              <a:rPr lang="en-GB" noProof="0" smtClean="0"/>
              <a:pPr/>
              <a:t>‹#›</a:t>
            </a:fld>
            <a:endParaRPr lang="en-GB" noProof="0" dirty="0"/>
          </a:p>
        </p:txBody>
      </p:sp>
    </p:spTree>
    <p:extLst>
      <p:ext uri="{BB962C8B-B14F-4D97-AF65-F5344CB8AC3E}">
        <p14:creationId xmlns:p14="http://schemas.microsoft.com/office/powerpoint/2010/main" val="9963624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304" userDrawn="1">
          <p15:clr>
            <a:srgbClr val="FBAE40"/>
          </p15:clr>
        </p15:guide>
        <p15:guide id="4" pos="4008" userDrawn="1">
          <p15:clr>
            <a:srgbClr val="FBAE40"/>
          </p15:clr>
        </p15:guide>
        <p15:guide id="5" pos="1944" userDrawn="1">
          <p15:clr>
            <a:srgbClr val="FBAE40"/>
          </p15:clr>
        </p15:guide>
        <p15:guide id="6" pos="3648" userDrawn="1">
          <p15:clr>
            <a:srgbClr val="FBAE40"/>
          </p15:clr>
        </p15:guide>
        <p15:guide id="7" orient="horz" pos="1392" userDrawn="1">
          <p15:clr>
            <a:srgbClr val="FBAE40"/>
          </p15:clr>
        </p15:guide>
        <p15:guide id="8" orient="horz" pos="552" userDrawn="1">
          <p15:clr>
            <a:srgbClr val="FBAE40"/>
          </p15:clr>
        </p15:guide>
        <p15:guide id="9" orient="horz" pos="1224" userDrawn="1">
          <p15:clr>
            <a:srgbClr val="FBAE40"/>
          </p15:clr>
        </p15:guide>
        <p15:guide id="10" pos="5352" userDrawn="1">
          <p15:clr>
            <a:srgbClr val="FBAE40"/>
          </p15:clr>
        </p15:guide>
        <p15:guide id="11" pos="5736" userDrawn="1">
          <p15:clr>
            <a:srgbClr val="FBAE40"/>
          </p15:clr>
        </p15:guide>
        <p15:guide id="12" orient="horz" pos="2904" userDrawn="1">
          <p15:clr>
            <a:srgbClr val="FBAE40"/>
          </p15:clr>
        </p15:guide>
        <p15:guide id="13" orient="horz" pos="160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
    <p:bg>
      <p:bgPr>
        <a:solidFill>
          <a:schemeClr val="tx1"/>
        </a:solidFill>
        <a:effectLst/>
      </p:bgPr>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6EEE005-F78A-9D4F-B159-964376C387DD}"/>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solidFill>
                  <a:schemeClr val="bg1"/>
                </a:solidFill>
                <a:latin typeface="+mj-lt"/>
              </a:defRPr>
            </a:lvl1pPr>
          </a:lstStyle>
          <a:p>
            <a:pPr rtl="0"/>
            <a:r>
              <a:rPr lang="en-US" noProof="0"/>
              <a:t>Click to edit Master title style</a:t>
            </a:r>
            <a:endParaRPr lang="en-GB" noProof="0"/>
          </a:p>
        </p:txBody>
      </p:sp>
      <p:sp>
        <p:nvSpPr>
          <p:cNvPr id="96" name="Text Placeholder 29">
            <a:extLst>
              <a:ext uri="{FF2B5EF4-FFF2-40B4-BE49-F238E27FC236}">
                <a16:creationId xmlns:a16="http://schemas.microsoft.com/office/drawing/2014/main" id="{FC61536F-8EA7-5A48-AF76-8B0E251BD8CB}"/>
              </a:ext>
            </a:extLst>
          </p:cNvPr>
          <p:cNvSpPr>
            <a:spLocks noGrp="1"/>
          </p:cNvSpPr>
          <p:nvPr>
            <p:ph type="body" sz="quarter" idx="12"/>
          </p:nvPr>
        </p:nvSpPr>
        <p:spPr>
          <a:xfrm>
            <a:off x="1296955"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97" name="Text Placeholder 29">
            <a:extLst>
              <a:ext uri="{FF2B5EF4-FFF2-40B4-BE49-F238E27FC236}">
                <a16:creationId xmlns:a16="http://schemas.microsoft.com/office/drawing/2014/main" id="{64FFD994-BD97-ED49-8607-286ECBB1CDA3}"/>
              </a:ext>
            </a:extLst>
          </p:cNvPr>
          <p:cNvSpPr>
            <a:spLocks noGrp="1"/>
          </p:cNvSpPr>
          <p:nvPr>
            <p:ph type="body" sz="quarter" idx="11"/>
          </p:nvPr>
        </p:nvSpPr>
        <p:spPr>
          <a:xfrm>
            <a:off x="1296955"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02" name="Text Placeholder 29">
            <a:extLst>
              <a:ext uri="{FF2B5EF4-FFF2-40B4-BE49-F238E27FC236}">
                <a16:creationId xmlns:a16="http://schemas.microsoft.com/office/drawing/2014/main" id="{D1ADE805-BFBC-ED47-B9CB-6CB2FF02E868}"/>
              </a:ext>
            </a:extLst>
          </p:cNvPr>
          <p:cNvSpPr>
            <a:spLocks noGrp="1"/>
          </p:cNvSpPr>
          <p:nvPr>
            <p:ph type="body" sz="quarter" idx="30"/>
          </p:nvPr>
        </p:nvSpPr>
        <p:spPr>
          <a:xfrm>
            <a:off x="3897799"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03" name="Text Placeholder 29">
            <a:extLst>
              <a:ext uri="{FF2B5EF4-FFF2-40B4-BE49-F238E27FC236}">
                <a16:creationId xmlns:a16="http://schemas.microsoft.com/office/drawing/2014/main" id="{334A3589-641F-F547-891B-149579153B75}"/>
              </a:ext>
            </a:extLst>
          </p:cNvPr>
          <p:cNvSpPr>
            <a:spLocks noGrp="1"/>
          </p:cNvSpPr>
          <p:nvPr>
            <p:ph type="body" sz="quarter" idx="3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n-US" noProof="0"/>
              <a:t>Click to edit Master text styles</a:t>
            </a:r>
          </a:p>
        </p:txBody>
      </p:sp>
      <p:sp>
        <p:nvSpPr>
          <p:cNvPr id="106" name="Text Placeholder 29">
            <a:extLst>
              <a:ext uri="{FF2B5EF4-FFF2-40B4-BE49-F238E27FC236}">
                <a16:creationId xmlns:a16="http://schemas.microsoft.com/office/drawing/2014/main" id="{A63F8454-D12E-A641-ABD0-8977D3F5EC05}"/>
              </a:ext>
            </a:extLst>
          </p:cNvPr>
          <p:cNvSpPr>
            <a:spLocks noGrp="1"/>
          </p:cNvSpPr>
          <p:nvPr>
            <p:ph type="body" sz="quarter" idx="32"/>
          </p:nvPr>
        </p:nvSpPr>
        <p:spPr>
          <a:xfrm>
            <a:off x="9001711" y="5087328"/>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07" name="Text Placeholder 29">
            <a:extLst>
              <a:ext uri="{FF2B5EF4-FFF2-40B4-BE49-F238E27FC236}">
                <a16:creationId xmlns:a16="http://schemas.microsoft.com/office/drawing/2014/main" id="{F35AA15D-DBAD-9840-8764-A5B6D486A234}"/>
              </a:ext>
            </a:extLst>
          </p:cNvPr>
          <p:cNvSpPr>
            <a:spLocks noGrp="1"/>
          </p:cNvSpPr>
          <p:nvPr>
            <p:ph type="body" sz="quarter" idx="33"/>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rtl="0">
              <a:spcBef>
                <a:spcPts val="400"/>
              </a:spcBef>
              <a:buNone/>
            </a:pPr>
            <a:r>
              <a:rPr lang="en-US" noProof="0"/>
              <a:t>Click to edit Master text styles</a:t>
            </a:r>
          </a:p>
        </p:txBody>
      </p:sp>
      <p:sp>
        <p:nvSpPr>
          <p:cNvPr id="108" name="Text Placeholder 29">
            <a:extLst>
              <a:ext uri="{FF2B5EF4-FFF2-40B4-BE49-F238E27FC236}">
                <a16:creationId xmlns:a16="http://schemas.microsoft.com/office/drawing/2014/main" id="{8357CA0F-1A55-B145-8305-562F0DF22543}"/>
              </a:ext>
            </a:extLst>
          </p:cNvPr>
          <p:cNvSpPr>
            <a:spLocks noGrp="1"/>
          </p:cNvSpPr>
          <p:nvPr>
            <p:ph type="body" sz="quarter" idx="34"/>
          </p:nvPr>
        </p:nvSpPr>
        <p:spPr>
          <a:xfrm>
            <a:off x="6438143" y="2934856"/>
            <a:ext cx="2133600" cy="369332"/>
          </a:xfrm>
          <a:ln>
            <a:noFill/>
          </a:ln>
        </p:spPr>
        <p:txBody>
          <a:bodyPr lIns="0" tIns="0" rIns="0" bIns="0" rtlCol="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09" name="Text Placeholder 29">
            <a:extLst>
              <a:ext uri="{FF2B5EF4-FFF2-40B4-BE49-F238E27FC236}">
                <a16:creationId xmlns:a16="http://schemas.microsoft.com/office/drawing/2014/main" id="{D6C49F6F-AF28-8942-8442-8F54A1DC388B}"/>
              </a:ext>
            </a:extLst>
          </p:cNvPr>
          <p:cNvSpPr>
            <a:spLocks noGrp="1"/>
          </p:cNvSpPr>
          <p:nvPr>
            <p:ph type="body" sz="quarter" idx="35"/>
          </p:nvPr>
        </p:nvSpPr>
        <p:spPr>
          <a:xfrm>
            <a:off x="6438143" y="2568686"/>
            <a:ext cx="2133600" cy="205837"/>
          </a:xfrm>
          <a:ln>
            <a:noFill/>
          </a:ln>
        </p:spPr>
        <p:txBody>
          <a:bodyPr lIns="0" tIns="0" rIns="0" bIns="0" rtlCol="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rtl="0"/>
            <a:r>
              <a:rPr lang="en-US" noProof="0"/>
              <a:t>Click to edit Master text styles</a:t>
            </a:r>
          </a:p>
        </p:txBody>
      </p:sp>
      <p:cxnSp>
        <p:nvCxnSpPr>
          <p:cNvPr id="8" name="Straight Connector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47" name="Rectangle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7" name="Rectangle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9" name="Rectangle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GB" noProof="0"/>
          </a:p>
        </p:txBody>
      </p:sp>
      <p:sp>
        <p:nvSpPr>
          <p:cNvPr id="2" name="Date Placeholder 1">
            <a:extLst>
              <a:ext uri="{FF2B5EF4-FFF2-40B4-BE49-F238E27FC236}">
                <a16:creationId xmlns:a16="http://schemas.microsoft.com/office/drawing/2014/main" id="{21DC2552-C347-4C3D-8C92-4A6981227C0E}"/>
              </a:ext>
            </a:extLst>
          </p:cNvPr>
          <p:cNvSpPr>
            <a:spLocks noGrp="1"/>
          </p:cNvSpPr>
          <p:nvPr>
            <p:ph type="dt" sz="half" idx="36"/>
          </p:nvPr>
        </p:nvSpPr>
        <p:spPr/>
        <p:txBody>
          <a:bodyPr rtlCol="0"/>
          <a:lstStyle/>
          <a:p>
            <a:pPr rtl="0"/>
            <a:fld id="{D33AD83D-9671-4762-AF03-9C719A9CD695}" type="datetime3">
              <a:rPr lang="en-GB" noProof="0" smtClean="0">
                <a:latin typeface="+mn-lt"/>
              </a:rPr>
              <a:t>9 February, 2024</a:t>
            </a:fld>
            <a:endParaRPr lang="en-GB" noProof="0">
              <a:latin typeface="+mn-lt"/>
            </a:endParaRPr>
          </a:p>
        </p:txBody>
      </p:sp>
      <p:sp>
        <p:nvSpPr>
          <p:cNvPr id="3" name="Footer Placeholder 2">
            <a:extLst>
              <a:ext uri="{FF2B5EF4-FFF2-40B4-BE49-F238E27FC236}">
                <a16:creationId xmlns:a16="http://schemas.microsoft.com/office/drawing/2014/main" id="{A5B7C35C-F3E4-4522-8711-16E4F9052C2C}"/>
              </a:ext>
            </a:extLst>
          </p:cNvPr>
          <p:cNvSpPr>
            <a:spLocks noGrp="1"/>
          </p:cNvSpPr>
          <p:nvPr>
            <p:ph type="ftr" sz="quarter" idx="37"/>
          </p:nvPr>
        </p:nvSpPr>
        <p:spPr/>
        <p:txBody>
          <a:bodyPr rtlCol="0"/>
          <a:lstStyle/>
          <a:p>
            <a:pPr rtl="0"/>
            <a:r>
              <a:rPr lang="en-GB" noProof="0"/>
              <a:t>Annual Review</a:t>
            </a:r>
            <a:endParaRPr lang="en-GB" b="0" noProof="0"/>
          </a:p>
        </p:txBody>
      </p:sp>
      <p:sp>
        <p:nvSpPr>
          <p:cNvPr id="4" name="Slide Number Placeholder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rtlCol="0"/>
          <a:lstStyle/>
          <a:p>
            <a:pPr rtl="0"/>
            <a:fld id="{294A09A9-5501-47C1-A89A-A340965A2BE2}" type="slidenum">
              <a:rPr lang="en-GB" noProof="0" smtClean="0"/>
              <a:pPr/>
              <a:t>‹#›</a:t>
            </a:fld>
            <a:endParaRPr lang="en-GB" noProof="0">
              <a:latin typeface="+mn-lt"/>
            </a:endParaRPr>
          </a:p>
        </p:txBody>
      </p:sp>
    </p:spTree>
    <p:extLst>
      <p:ext uri="{BB962C8B-B14F-4D97-AF65-F5344CB8AC3E}">
        <p14:creationId xmlns:p14="http://schemas.microsoft.com/office/powerpoint/2010/main" val="2986155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3768" userDrawn="1">
          <p15:clr>
            <a:srgbClr val="FBAE40"/>
          </p15:clr>
        </p15:guide>
        <p15:guide id="9" orient="horz" pos="552" userDrawn="1">
          <p15:clr>
            <a:srgbClr val="FBAE40"/>
          </p15:clr>
        </p15:guide>
        <p15:guide id="10" orient="horz" pos="1512" userDrawn="1">
          <p15:clr>
            <a:srgbClr val="FBAE40"/>
          </p15:clr>
        </p15:guide>
        <p15:guide id="11" orient="horz" pos="283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1" name="Freeform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22" name="Freeform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n-GB" noProof="0" dirty="0"/>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25" name="Text Placeholder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rtlCol="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8" name="Content Placeholder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cxnSp>
        <p:nvCxnSpPr>
          <p:cNvPr id="15" name="Straight Connector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4914D182-A7DD-4F7B-B207-262854316EDA}"/>
              </a:ext>
            </a:extLst>
          </p:cNvPr>
          <p:cNvSpPr>
            <a:spLocks noGrp="1"/>
          </p:cNvSpPr>
          <p:nvPr>
            <p:ph type="dt" sz="half" idx="14"/>
          </p:nvPr>
        </p:nvSpPr>
        <p:spPr/>
        <p:txBody>
          <a:bodyPr rtlCol="0"/>
          <a:lstStyle/>
          <a:p>
            <a:pPr rtl="0"/>
            <a:fld id="{F88F5F63-8808-4375-85CE-D0FAFA3BBE65}" type="datetime3">
              <a:rPr lang="en-GB" noProof="0" smtClean="0">
                <a:latin typeface="+mn-lt"/>
              </a:rPr>
              <a:t>9 February, 2024</a:t>
            </a:fld>
            <a:endParaRPr lang="en-GB" noProof="0" dirty="0">
              <a:latin typeface="+mn-lt"/>
            </a:endParaRPr>
          </a:p>
        </p:txBody>
      </p:sp>
      <p:sp>
        <p:nvSpPr>
          <p:cNvPr id="3" name="Footer Placeholder 2">
            <a:extLst>
              <a:ext uri="{FF2B5EF4-FFF2-40B4-BE49-F238E27FC236}">
                <a16:creationId xmlns:a16="http://schemas.microsoft.com/office/drawing/2014/main" id="{10B29252-5D0B-4B9D-9FBD-8EC0929FE096}"/>
              </a:ext>
            </a:extLst>
          </p:cNvPr>
          <p:cNvSpPr>
            <a:spLocks noGrp="1"/>
          </p:cNvSpPr>
          <p:nvPr>
            <p:ph type="ftr" sz="quarter" idx="15"/>
          </p:nvPr>
        </p:nvSpPr>
        <p:spPr/>
        <p:txBody>
          <a:bodyPr rtlCol="0"/>
          <a:lstStyle/>
          <a:p>
            <a:pPr rtl="0"/>
            <a:r>
              <a:rPr lang="en-GB" noProof="0" dirty="0"/>
              <a:t>Annual Review</a:t>
            </a:r>
            <a:endParaRPr lang="en-GB" b="0" noProof="0" dirty="0"/>
          </a:p>
        </p:txBody>
      </p:sp>
      <p:sp>
        <p:nvSpPr>
          <p:cNvPr id="4" name="Slide Number Placeholder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rtlCol="0"/>
          <a:lstStyle/>
          <a:p>
            <a:pPr rtl="0"/>
            <a:fld id="{294A09A9-5501-47C1-A89A-A340965A2BE2}" type="slidenum">
              <a:rPr lang="en-GB" noProof="0" smtClean="0"/>
              <a:pPr/>
              <a:t>‹#›</a:t>
            </a:fld>
            <a:endParaRPr lang="en-GB" noProof="0" dirty="0"/>
          </a:p>
        </p:txBody>
      </p:sp>
    </p:spTree>
    <p:extLst>
      <p:ext uri="{BB962C8B-B14F-4D97-AF65-F5344CB8AC3E}">
        <p14:creationId xmlns:p14="http://schemas.microsoft.com/office/powerpoint/2010/main" val="25504253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reeform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39" name="Freeform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40" name="Freeform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n-GB" noProof="0" dirty="0"/>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0" name="Text Placeholder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1" name="Content Placeholder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sp>
        <p:nvSpPr>
          <p:cNvPr id="22" name="Text Placeholder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rtl="0">
              <a:buNone/>
            </a:pPr>
            <a:r>
              <a:rPr lang="en-US" noProof="0"/>
              <a:t>Click to edit Master text styles</a:t>
            </a:r>
          </a:p>
        </p:txBody>
      </p:sp>
      <p:sp>
        <p:nvSpPr>
          <p:cNvPr id="24" name="Content Placeholder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rtlCol="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rtl="0"/>
            <a:r>
              <a:rPr lang="en-US" noProof="0"/>
              <a:t>Click to edit Master text styles</a:t>
            </a:r>
          </a:p>
        </p:txBody>
      </p:sp>
      <p:cxnSp>
        <p:nvCxnSpPr>
          <p:cNvPr id="26" name="Straight Connector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F0FA07F3-F8E4-4505-85EC-22734AC68792}"/>
              </a:ext>
            </a:extLst>
          </p:cNvPr>
          <p:cNvSpPr>
            <a:spLocks noGrp="1"/>
          </p:cNvSpPr>
          <p:nvPr>
            <p:ph type="dt" sz="half" idx="14"/>
          </p:nvPr>
        </p:nvSpPr>
        <p:spPr/>
        <p:txBody>
          <a:bodyPr rtlCol="0"/>
          <a:lstStyle/>
          <a:p>
            <a:pPr rtl="0"/>
            <a:fld id="{6D17C7AE-DC41-4D6E-8CE7-A0296D62536F}" type="datetime3">
              <a:rPr lang="en-GB" noProof="0" smtClean="0">
                <a:latin typeface="+mn-lt"/>
              </a:rPr>
              <a:t>9 February, 2024</a:t>
            </a:fld>
            <a:endParaRPr lang="en-GB" noProof="0" dirty="0">
              <a:latin typeface="+mn-lt"/>
            </a:endParaRPr>
          </a:p>
        </p:txBody>
      </p:sp>
      <p:sp>
        <p:nvSpPr>
          <p:cNvPr id="3" name="Footer Placeholder 2">
            <a:extLst>
              <a:ext uri="{FF2B5EF4-FFF2-40B4-BE49-F238E27FC236}">
                <a16:creationId xmlns:a16="http://schemas.microsoft.com/office/drawing/2014/main" id="{D5165D22-FEF5-4F30-8822-5D2378806A9B}"/>
              </a:ext>
            </a:extLst>
          </p:cNvPr>
          <p:cNvSpPr>
            <a:spLocks noGrp="1"/>
          </p:cNvSpPr>
          <p:nvPr>
            <p:ph type="ftr" sz="quarter" idx="15"/>
          </p:nvPr>
        </p:nvSpPr>
        <p:spPr/>
        <p:txBody>
          <a:bodyPr rtlCol="0"/>
          <a:lstStyle/>
          <a:p>
            <a:pPr rtl="0"/>
            <a:r>
              <a:rPr lang="en-GB" noProof="0" dirty="0"/>
              <a:t>Annual Review</a:t>
            </a:r>
            <a:endParaRPr lang="en-GB" b="0" noProof="0" dirty="0"/>
          </a:p>
        </p:txBody>
      </p:sp>
      <p:sp>
        <p:nvSpPr>
          <p:cNvPr id="4" name="Slide Number Placeholder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rtlCol="0"/>
          <a:lstStyle/>
          <a:p>
            <a:pPr rtl="0"/>
            <a:fld id="{294A09A9-5501-47C1-A89A-A340965A2BE2}" type="slidenum">
              <a:rPr lang="en-GB" noProof="0" smtClean="0"/>
              <a:pPr/>
              <a:t>‹#›</a:t>
            </a:fld>
            <a:endParaRPr lang="en-GB" noProof="0" dirty="0"/>
          </a:p>
        </p:txBody>
      </p:sp>
    </p:spTree>
    <p:extLst>
      <p:ext uri="{BB962C8B-B14F-4D97-AF65-F5344CB8AC3E}">
        <p14:creationId xmlns:p14="http://schemas.microsoft.com/office/powerpoint/2010/main" val="42279487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userDrawn="1">
          <p15:clr>
            <a:srgbClr val="FBAE40"/>
          </p15:clr>
        </p15:guide>
        <p15:guide id="4" pos="5160" userDrawn="1">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userDrawn="1">
          <p15:clr>
            <a:srgbClr val="FBAE40"/>
          </p15:clr>
        </p15:guide>
        <p15:guide id="11" pos="2880" userDrawn="1">
          <p15:clr>
            <a:srgbClr val="FBAE40"/>
          </p15:clr>
        </p15:guide>
        <p15:guide id="12" orient="horz" pos="175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
    <p:bg>
      <p:bgPr>
        <a:solidFill>
          <a:schemeClr val="tx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n-GB" noProof="0" dirty="0"/>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Text Placeholder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rtlCol="0">
            <a:noAutofit/>
          </a:bodyPr>
          <a:lstStyle>
            <a:lvl1pPr marL="0" indent="0">
              <a:buNone/>
              <a:defRPr sz="1600">
                <a:latin typeface="+mn-lt"/>
              </a:defRPr>
            </a:lvl1pPr>
          </a:lstStyle>
          <a:p>
            <a:pPr lvl="0" rtl="0"/>
            <a:r>
              <a:rPr lang="en-US" noProof="0"/>
              <a:t>Click to edit Master text styles</a:t>
            </a:r>
          </a:p>
        </p:txBody>
      </p:sp>
      <p:grpSp>
        <p:nvGrpSpPr>
          <p:cNvPr id="15" name="Group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reeform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17" name="Freeform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18" name="Freeform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
        <p:nvSpPr>
          <p:cNvPr id="4" name="Text Placeholder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1" name="Text Placeholder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2" name="Text Placeholder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3" name="Text Placeholder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4" name="Text Placeholder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5" name="Text Placeholder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6" name="Text Placeholder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7" name="Text Placeholder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rtlCol="0">
            <a:noAutofit/>
          </a:bodyPr>
          <a:lstStyle>
            <a:lvl1pPr marL="0" indent="0">
              <a:buNone/>
              <a:defRPr sz="1600">
                <a:latin typeface="+mn-lt"/>
              </a:defRPr>
            </a:lvl1pPr>
          </a:lstStyle>
          <a:p>
            <a:pPr lvl="0" rtl="0"/>
            <a:r>
              <a:rPr lang="en-US" noProof="0"/>
              <a:t>Click to edit Master text styles</a:t>
            </a:r>
          </a:p>
        </p:txBody>
      </p:sp>
      <p:sp>
        <p:nvSpPr>
          <p:cNvPr id="28" name="Text Placeholder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rtlCol="0">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rtl="0"/>
            <a:r>
              <a:rPr lang="en-US" noProof="0"/>
              <a:t>Click to edit Master text styles</a:t>
            </a:r>
          </a:p>
        </p:txBody>
      </p:sp>
      <p:sp>
        <p:nvSpPr>
          <p:cNvPr id="2" name="Date Placeholder 1">
            <a:extLst>
              <a:ext uri="{FF2B5EF4-FFF2-40B4-BE49-F238E27FC236}">
                <a16:creationId xmlns:a16="http://schemas.microsoft.com/office/drawing/2014/main" id="{EC45E38A-5516-4C3E-88FC-0DCBD876054B}"/>
              </a:ext>
            </a:extLst>
          </p:cNvPr>
          <p:cNvSpPr>
            <a:spLocks noGrp="1"/>
          </p:cNvSpPr>
          <p:nvPr>
            <p:ph type="dt" sz="half" idx="21"/>
          </p:nvPr>
        </p:nvSpPr>
        <p:spPr/>
        <p:txBody>
          <a:bodyPr rtlCol="0"/>
          <a:lstStyle/>
          <a:p>
            <a:pPr rtl="0"/>
            <a:fld id="{0971D3F5-C297-4F98-9679-48877DEF0EC7}" type="datetime3">
              <a:rPr lang="en-GB" noProof="0" smtClean="0">
                <a:latin typeface="+mn-lt"/>
              </a:rPr>
              <a:t>9 February, 2024</a:t>
            </a:fld>
            <a:endParaRPr lang="en-GB" noProof="0" dirty="0">
              <a:latin typeface="+mn-lt"/>
            </a:endParaRPr>
          </a:p>
        </p:txBody>
      </p:sp>
      <p:sp>
        <p:nvSpPr>
          <p:cNvPr id="5" name="Footer Placeholder 4">
            <a:extLst>
              <a:ext uri="{FF2B5EF4-FFF2-40B4-BE49-F238E27FC236}">
                <a16:creationId xmlns:a16="http://schemas.microsoft.com/office/drawing/2014/main" id="{14225273-038D-4F51-A093-83D80104F21A}"/>
              </a:ext>
            </a:extLst>
          </p:cNvPr>
          <p:cNvSpPr>
            <a:spLocks noGrp="1"/>
          </p:cNvSpPr>
          <p:nvPr>
            <p:ph type="ftr" sz="quarter" idx="22"/>
          </p:nvPr>
        </p:nvSpPr>
        <p:spPr/>
        <p:txBody>
          <a:bodyPr rtlCol="0"/>
          <a:lstStyle/>
          <a:p>
            <a:pPr rtl="0"/>
            <a:r>
              <a:rPr lang="en-GB" noProof="0" dirty="0"/>
              <a:t>Annual Review</a:t>
            </a:r>
            <a:endParaRPr lang="en-GB" b="0" noProof="0" dirty="0"/>
          </a:p>
        </p:txBody>
      </p:sp>
      <p:sp>
        <p:nvSpPr>
          <p:cNvPr id="6" name="Slide Number Placeholder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rtlCol="0"/>
          <a:lstStyle/>
          <a:p>
            <a:pPr rtl="0"/>
            <a:fld id="{294A09A9-5501-47C1-A89A-A340965A2BE2}" type="slidenum">
              <a:rPr lang="en-GB" noProof="0" smtClean="0"/>
              <a:pPr/>
              <a:t>‹#›</a:t>
            </a:fld>
            <a:endParaRPr lang="en-GB" noProof="0" dirty="0"/>
          </a:p>
        </p:txBody>
      </p:sp>
    </p:spTree>
    <p:extLst>
      <p:ext uri="{BB962C8B-B14F-4D97-AF65-F5344CB8AC3E}">
        <p14:creationId xmlns:p14="http://schemas.microsoft.com/office/powerpoint/2010/main" val="306013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solidFill>
        <a:effectLst/>
      </p:bgPr>
    </p:bg>
    <p:spTree>
      <p:nvGrpSpPr>
        <p:cNvPr id="1" name=""/>
        <p:cNvGrpSpPr/>
        <p:nvPr/>
      </p:nvGrpSpPr>
      <p:grpSpPr>
        <a:xfrm>
          <a:off x="0" y="0"/>
          <a:ext cx="0" cy="0"/>
          <a:chOff x="0" y="0"/>
          <a:chExt cx="0" cy="0"/>
        </a:xfrm>
      </p:grpSpPr>
      <p:sp>
        <p:nvSpPr>
          <p:cNvPr id="16" name="Text Placeholder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rtlCol="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rtl="0"/>
            <a:r>
              <a:rPr lang="en-US" noProof="0"/>
              <a:t>Click to edit Master text styles</a:t>
            </a:r>
          </a:p>
        </p:txBody>
      </p:sp>
      <p:sp>
        <p:nvSpPr>
          <p:cNvPr id="17" name="Subtitle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rtlCol="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US" noProof="0"/>
              <a:t>Click to edit Master subtitle style</a:t>
            </a:r>
            <a:endParaRPr lang="en-GB" noProof="0" dirty="0"/>
          </a:p>
        </p:txBody>
      </p:sp>
      <p:sp>
        <p:nvSpPr>
          <p:cNvPr id="26" name="Title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rtlCol="0" anchor="b" anchorCtr="0">
            <a:normAutofit/>
          </a:bodyPr>
          <a:lstStyle>
            <a:lvl1pPr>
              <a:defRPr sz="4400" b="1" i="0">
                <a:latin typeface="+mj-lt"/>
              </a:defRPr>
            </a:lvl1pPr>
          </a:lstStyle>
          <a:p>
            <a:pPr rtl="0"/>
            <a:r>
              <a:rPr lang="en-US" noProof="0"/>
              <a:t>Click to edit Master title style</a:t>
            </a:r>
            <a:endParaRPr lang="en-GB" noProof="0" dirty="0"/>
          </a:p>
        </p:txBody>
      </p:sp>
      <p:cxnSp>
        <p:nvCxnSpPr>
          <p:cNvPr id="27" name="Straight Connector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Picture Placeholder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rtlCol="0"/>
          <a:lstStyle/>
          <a:p>
            <a:pPr rtl="0"/>
            <a:r>
              <a:rPr lang="en-US" noProof="0"/>
              <a:t>Click icon to add picture</a:t>
            </a:r>
            <a:endParaRPr lang="en-GB" noProof="0" dirty="0"/>
          </a:p>
        </p:txBody>
      </p:sp>
      <p:grpSp>
        <p:nvGrpSpPr>
          <p:cNvPr id="30" name="Group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reeform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32" name="Freeform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sp>
          <p:nvSpPr>
            <p:cNvPr id="33" name="Freeform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rtlCol="0" anchor="t" anchorCtr="0" upright="1">
              <a:noAutofit/>
            </a:bodyPr>
            <a:lstStyle/>
            <a:p>
              <a:pPr rtl="0"/>
              <a:endParaRPr lang="en-GB" noProof="0" dirty="0"/>
            </a:p>
          </p:txBody>
        </p:sp>
      </p:grpSp>
    </p:spTree>
    <p:extLst>
      <p:ext uri="{BB962C8B-B14F-4D97-AF65-F5344CB8AC3E}">
        <p14:creationId xmlns:p14="http://schemas.microsoft.com/office/powerpoint/2010/main" val="999130720"/>
      </p:ext>
    </p:extLst>
  </p:cSld>
  <p:clrMapOvr>
    <a:masterClrMapping/>
  </p:clrMapOvr>
  <p:extLst>
    <p:ext uri="{DCECCB84-F9BA-43D5-87BE-67443E8EF086}">
      <p15:sldGuideLst xmlns:p15="http://schemas.microsoft.com/office/powerpoint/2012/main">
        <p15:guide id="1" pos="60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pPr rtl="0"/>
            <a:r>
              <a:rPr lang="en-US" noProof="0"/>
              <a:t>Click to edit Master title style</a:t>
            </a:r>
            <a:endParaRPr lang="en-GB" noProof="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8AC5E797-DDC7-4716-ABC9-2C172A510C23}" type="datetime3">
              <a:rPr lang="en-GB" noProof="0" smtClean="0">
                <a:latin typeface="+mn-lt"/>
              </a:rPr>
              <a:t>9 February, 2024</a:t>
            </a:fld>
            <a:endParaRPr lang="en-GB" noProof="0">
              <a:latin typeface="+mn-lt"/>
            </a:endParaRPr>
          </a:p>
        </p:txBody>
      </p:sp>
      <p:sp>
        <p:nvSpPr>
          <p:cNvPr id="31" name="Footer Placeholder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pPr rtl="0"/>
            <a:r>
              <a:rPr lang="en-GB" noProof="0"/>
              <a:t>Annual Review</a:t>
            </a:r>
            <a:endParaRPr lang="en-GB" b="0" noProof="0"/>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pPr rtl="0"/>
            <a:fld id="{294A09A9-5501-47C1-A89A-A340965A2BE2}" type="slidenum">
              <a:rPr lang="en-GB" noProof="0" smtClean="0"/>
              <a:pPr/>
              <a:t>‹#›</a:t>
            </a:fld>
            <a:endParaRPr lang="en-GB" noProof="0">
              <a:latin typeface="+mn-lt"/>
            </a:endParaRPr>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659" r:id="rId1"/>
    <p:sldLayoutId id="2147483693" r:id="rId2"/>
    <p:sldLayoutId id="2147483671" r:id="rId3"/>
    <p:sldLayoutId id="2147483672" r:id="rId4"/>
    <p:sldLayoutId id="2147483673" r:id="rId5"/>
    <p:sldLayoutId id="2147483684" r:id="rId6"/>
    <p:sldLayoutId id="2147483675" r:id="rId7"/>
    <p:sldLayoutId id="2147483676" r:id="rId8"/>
    <p:sldLayoutId id="2147483677" r:id="rId9"/>
    <p:sldLayoutId id="2147483685" r:id="rId10"/>
    <p:sldLayoutId id="2147483688" r:id="rId11"/>
    <p:sldLayoutId id="2147483692" r:id="rId12"/>
    <p:sldLayoutId id="2147483682" r:id="rId13"/>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E168C-8042-5B4E-A5A4-A5BF693AE2D6}"/>
              </a:ext>
            </a:extLst>
          </p:cNvPr>
          <p:cNvSpPr>
            <a:spLocks noGrp="1"/>
          </p:cNvSpPr>
          <p:nvPr>
            <p:ph type="ctrTitle"/>
          </p:nvPr>
        </p:nvSpPr>
        <p:spPr>
          <a:xfrm>
            <a:off x="6367055" y="2116182"/>
            <a:ext cx="5491570" cy="1514019"/>
          </a:xfrm>
        </p:spPr>
        <p:txBody>
          <a:bodyPr rtlCol="0"/>
          <a:lstStyle/>
          <a:p>
            <a:pPr rtl="0"/>
            <a:r>
              <a:rPr lang="en-GB" sz="4800" dirty="0"/>
              <a:t>Pair Programming</a:t>
            </a:r>
          </a:p>
        </p:txBody>
      </p:sp>
      <p:sp>
        <p:nvSpPr>
          <p:cNvPr id="3" name="Text Placeholder 2">
            <a:extLst>
              <a:ext uri="{FF2B5EF4-FFF2-40B4-BE49-F238E27FC236}">
                <a16:creationId xmlns:a16="http://schemas.microsoft.com/office/drawing/2014/main" id="{F18E61D8-31A3-2D45-8E25-CBE846E26E1C}"/>
              </a:ext>
            </a:extLst>
          </p:cNvPr>
          <p:cNvSpPr>
            <a:spLocks noGrp="1"/>
          </p:cNvSpPr>
          <p:nvPr>
            <p:ph type="body" sz="quarter" idx="11"/>
          </p:nvPr>
        </p:nvSpPr>
        <p:spPr>
          <a:xfrm>
            <a:off x="6367055" y="4549553"/>
            <a:ext cx="5491570" cy="953337"/>
          </a:xfrm>
        </p:spPr>
        <p:txBody>
          <a:bodyPr rtlCol="0"/>
          <a:lstStyle/>
          <a:p>
            <a:pPr rtl="0"/>
            <a:r>
              <a:rPr lang="en-GB" dirty="0"/>
              <a:t>Discussion</a:t>
            </a:r>
          </a:p>
          <a:p>
            <a:pPr rtl="0"/>
            <a:r>
              <a:rPr lang="en-GB" dirty="0"/>
              <a:t>By Alex Howson</a:t>
            </a:r>
          </a:p>
        </p:txBody>
      </p:sp>
    </p:spTree>
    <p:extLst>
      <p:ext uri="{BB962C8B-B14F-4D97-AF65-F5344CB8AC3E}">
        <p14:creationId xmlns:p14="http://schemas.microsoft.com/office/powerpoint/2010/main" val="2960950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54756-A790-C845-A85F-35391529E591}"/>
              </a:ext>
            </a:extLst>
          </p:cNvPr>
          <p:cNvSpPr>
            <a:spLocks noGrp="1"/>
          </p:cNvSpPr>
          <p:nvPr>
            <p:ph type="title"/>
          </p:nvPr>
        </p:nvSpPr>
        <p:spPr>
          <a:xfrm>
            <a:off x="964023" y="879063"/>
            <a:ext cx="4941477" cy="610863"/>
          </a:xfrm>
        </p:spPr>
        <p:txBody>
          <a:bodyPr rtlCol="0"/>
          <a:lstStyle/>
          <a:p>
            <a:pPr rtl="0"/>
            <a:r>
              <a:rPr lang="en-GB" dirty="0"/>
              <a:t>Agenda</a:t>
            </a:r>
          </a:p>
        </p:txBody>
      </p:sp>
      <p:sp>
        <p:nvSpPr>
          <p:cNvPr id="4" name="Text Placeholder 3">
            <a:extLst>
              <a:ext uri="{FF2B5EF4-FFF2-40B4-BE49-F238E27FC236}">
                <a16:creationId xmlns:a16="http://schemas.microsoft.com/office/drawing/2014/main" id="{C7EC6698-132B-1143-A2A9-00A97D9572D8}"/>
              </a:ext>
            </a:extLst>
          </p:cNvPr>
          <p:cNvSpPr>
            <a:spLocks noGrp="1"/>
          </p:cNvSpPr>
          <p:nvPr>
            <p:ph type="body" sz="quarter" idx="14"/>
          </p:nvPr>
        </p:nvSpPr>
        <p:spPr>
          <a:xfrm>
            <a:off x="952500" y="2209800"/>
            <a:ext cx="2133600" cy="205837"/>
          </a:xfrm>
        </p:spPr>
        <p:txBody>
          <a:bodyPr rtlCol="0"/>
          <a:lstStyle/>
          <a:p>
            <a:pPr rtl="0"/>
            <a:r>
              <a:rPr lang="en-GB" sz="1600" dirty="0"/>
              <a:t>01. Pair Programming</a:t>
            </a:r>
          </a:p>
        </p:txBody>
      </p:sp>
      <p:sp>
        <p:nvSpPr>
          <p:cNvPr id="3" name="Text Placeholder 2">
            <a:extLst>
              <a:ext uri="{FF2B5EF4-FFF2-40B4-BE49-F238E27FC236}">
                <a16:creationId xmlns:a16="http://schemas.microsoft.com/office/drawing/2014/main" id="{91AA5D8C-0134-F046-A548-3465F817747C}"/>
              </a:ext>
            </a:extLst>
          </p:cNvPr>
          <p:cNvSpPr>
            <a:spLocks noGrp="1"/>
          </p:cNvSpPr>
          <p:nvPr>
            <p:ph type="body" sz="quarter" idx="13"/>
          </p:nvPr>
        </p:nvSpPr>
        <p:spPr>
          <a:xfrm>
            <a:off x="952500" y="2818296"/>
            <a:ext cx="2133600" cy="369332"/>
          </a:xfrm>
        </p:spPr>
        <p:txBody>
          <a:bodyPr rtlCol="0"/>
          <a:lstStyle/>
          <a:p>
            <a:pPr rtl="0"/>
            <a:r>
              <a:rPr lang="en-GB" dirty="0"/>
              <a:t>An introduction into pair programming</a:t>
            </a:r>
          </a:p>
        </p:txBody>
      </p:sp>
      <p:sp>
        <p:nvSpPr>
          <p:cNvPr id="6" name="Text Placeholder 5">
            <a:extLst>
              <a:ext uri="{FF2B5EF4-FFF2-40B4-BE49-F238E27FC236}">
                <a16:creationId xmlns:a16="http://schemas.microsoft.com/office/drawing/2014/main" id="{C0015C52-08ED-464E-B7E8-24892D9C1319}"/>
              </a:ext>
            </a:extLst>
          </p:cNvPr>
          <p:cNvSpPr>
            <a:spLocks noGrp="1"/>
          </p:cNvSpPr>
          <p:nvPr>
            <p:ph type="body" sz="quarter" idx="16"/>
          </p:nvPr>
        </p:nvSpPr>
        <p:spPr>
          <a:xfrm>
            <a:off x="3663042" y="2209800"/>
            <a:ext cx="2128157" cy="205837"/>
          </a:xfrm>
        </p:spPr>
        <p:txBody>
          <a:bodyPr rtlCol="0"/>
          <a:lstStyle/>
          <a:p>
            <a:pPr rtl="0"/>
            <a:r>
              <a:rPr lang="en-GB" sz="1600" dirty="0"/>
              <a:t>02. Methodologies</a:t>
            </a:r>
          </a:p>
        </p:txBody>
      </p:sp>
      <p:sp>
        <p:nvSpPr>
          <p:cNvPr id="5" name="Text Placeholder 4">
            <a:extLst>
              <a:ext uri="{FF2B5EF4-FFF2-40B4-BE49-F238E27FC236}">
                <a16:creationId xmlns:a16="http://schemas.microsoft.com/office/drawing/2014/main" id="{6979C7D4-91CF-6443-91D5-65DC860B407D}"/>
              </a:ext>
            </a:extLst>
          </p:cNvPr>
          <p:cNvSpPr>
            <a:spLocks noGrp="1"/>
          </p:cNvSpPr>
          <p:nvPr>
            <p:ph type="body" sz="quarter" idx="15"/>
          </p:nvPr>
        </p:nvSpPr>
        <p:spPr>
          <a:xfrm>
            <a:off x="3663042" y="2818296"/>
            <a:ext cx="2128157" cy="369332"/>
          </a:xfrm>
        </p:spPr>
        <p:txBody>
          <a:bodyPr rtlCol="0"/>
          <a:lstStyle/>
          <a:p>
            <a:pPr rtl="0"/>
            <a:r>
              <a:rPr lang="en-GB" dirty="0"/>
              <a:t>The means by which pair programming can be carried out</a:t>
            </a:r>
          </a:p>
        </p:txBody>
      </p:sp>
      <p:sp>
        <p:nvSpPr>
          <p:cNvPr id="8" name="Text Placeholder 7">
            <a:extLst>
              <a:ext uri="{FF2B5EF4-FFF2-40B4-BE49-F238E27FC236}">
                <a16:creationId xmlns:a16="http://schemas.microsoft.com/office/drawing/2014/main" id="{B32B0C1D-C221-7C47-B7D6-77E7BDB41749}"/>
              </a:ext>
            </a:extLst>
          </p:cNvPr>
          <p:cNvSpPr>
            <a:spLocks noGrp="1"/>
          </p:cNvSpPr>
          <p:nvPr>
            <p:ph type="body" sz="quarter" idx="20"/>
          </p:nvPr>
        </p:nvSpPr>
        <p:spPr>
          <a:xfrm>
            <a:off x="952500" y="4522803"/>
            <a:ext cx="2133600" cy="205837"/>
          </a:xfrm>
        </p:spPr>
        <p:txBody>
          <a:bodyPr rtlCol="0"/>
          <a:lstStyle/>
          <a:p>
            <a:pPr rtl="0"/>
            <a:r>
              <a:rPr lang="en-GB" sz="1600" dirty="0"/>
              <a:t>03. Benefits</a:t>
            </a:r>
          </a:p>
        </p:txBody>
      </p:sp>
      <p:sp>
        <p:nvSpPr>
          <p:cNvPr id="7" name="Text Placeholder 6">
            <a:extLst>
              <a:ext uri="{FF2B5EF4-FFF2-40B4-BE49-F238E27FC236}">
                <a16:creationId xmlns:a16="http://schemas.microsoft.com/office/drawing/2014/main" id="{3E1C152D-1AA6-9242-B5C9-B06EEE4F9661}"/>
              </a:ext>
            </a:extLst>
          </p:cNvPr>
          <p:cNvSpPr>
            <a:spLocks noGrp="1"/>
          </p:cNvSpPr>
          <p:nvPr>
            <p:ph type="body" sz="quarter" idx="19"/>
          </p:nvPr>
        </p:nvSpPr>
        <p:spPr>
          <a:xfrm>
            <a:off x="952500" y="5131299"/>
            <a:ext cx="2133600" cy="369332"/>
          </a:xfrm>
        </p:spPr>
        <p:txBody>
          <a:bodyPr rtlCol="0"/>
          <a:lstStyle/>
          <a:p>
            <a:pPr rtl="0"/>
            <a:r>
              <a:rPr lang="en-GB" dirty="0"/>
              <a:t>Benefits I have witnessed with pair programming from first-hand experience</a:t>
            </a:r>
          </a:p>
        </p:txBody>
      </p:sp>
      <p:sp>
        <p:nvSpPr>
          <p:cNvPr id="10" name="Text Placeholder 9">
            <a:extLst>
              <a:ext uri="{FF2B5EF4-FFF2-40B4-BE49-F238E27FC236}">
                <a16:creationId xmlns:a16="http://schemas.microsoft.com/office/drawing/2014/main" id="{69BD3932-D1D0-1045-BD96-8B26F11B8515}"/>
              </a:ext>
            </a:extLst>
          </p:cNvPr>
          <p:cNvSpPr>
            <a:spLocks noGrp="1"/>
          </p:cNvSpPr>
          <p:nvPr>
            <p:ph type="body" sz="quarter" idx="22"/>
          </p:nvPr>
        </p:nvSpPr>
        <p:spPr>
          <a:xfrm>
            <a:off x="3663042" y="4522803"/>
            <a:ext cx="2128157" cy="205837"/>
          </a:xfrm>
        </p:spPr>
        <p:txBody>
          <a:bodyPr rtlCol="0"/>
          <a:lstStyle/>
          <a:p>
            <a:pPr rtl="0"/>
            <a:r>
              <a:rPr lang="en-GB" sz="1600" dirty="0"/>
              <a:t>04. Drawbacks</a:t>
            </a:r>
          </a:p>
        </p:txBody>
      </p:sp>
      <p:sp>
        <p:nvSpPr>
          <p:cNvPr id="9" name="Text Placeholder 8">
            <a:extLst>
              <a:ext uri="{FF2B5EF4-FFF2-40B4-BE49-F238E27FC236}">
                <a16:creationId xmlns:a16="http://schemas.microsoft.com/office/drawing/2014/main" id="{38FB4732-AB07-C54D-AF44-F8ADB6D2B8B6}"/>
              </a:ext>
            </a:extLst>
          </p:cNvPr>
          <p:cNvSpPr>
            <a:spLocks noGrp="1"/>
          </p:cNvSpPr>
          <p:nvPr>
            <p:ph type="body" sz="quarter" idx="21"/>
          </p:nvPr>
        </p:nvSpPr>
        <p:spPr>
          <a:xfrm>
            <a:off x="3663042" y="5131299"/>
            <a:ext cx="2128157" cy="369332"/>
          </a:xfrm>
        </p:spPr>
        <p:txBody>
          <a:bodyPr rtlCol="0"/>
          <a:lstStyle/>
          <a:p>
            <a:pPr rtl="0"/>
            <a:r>
              <a:rPr lang="en-GB" dirty="0"/>
              <a:t>Drawbacks I have witnessed with pair programming from first-hand experience</a:t>
            </a:r>
          </a:p>
        </p:txBody>
      </p:sp>
      <p:sp>
        <p:nvSpPr>
          <p:cNvPr id="12" name="Text Placeholder 11">
            <a:extLst>
              <a:ext uri="{FF2B5EF4-FFF2-40B4-BE49-F238E27FC236}">
                <a16:creationId xmlns:a16="http://schemas.microsoft.com/office/drawing/2014/main" id="{B115086E-2AC3-4F4D-8F85-104CFA64FECF}"/>
              </a:ext>
            </a:extLst>
          </p:cNvPr>
          <p:cNvSpPr>
            <a:spLocks noGrp="1"/>
          </p:cNvSpPr>
          <p:nvPr>
            <p:ph type="body" sz="quarter" idx="24"/>
          </p:nvPr>
        </p:nvSpPr>
        <p:spPr>
          <a:xfrm>
            <a:off x="6367054" y="4522803"/>
            <a:ext cx="2129245" cy="205837"/>
          </a:xfrm>
        </p:spPr>
        <p:txBody>
          <a:bodyPr rtlCol="0"/>
          <a:lstStyle/>
          <a:p>
            <a:pPr rtl="0"/>
            <a:r>
              <a:rPr lang="en-GB" sz="1600" dirty="0"/>
              <a:t>05. Discussion</a:t>
            </a:r>
          </a:p>
        </p:txBody>
      </p:sp>
      <p:sp>
        <p:nvSpPr>
          <p:cNvPr id="11" name="Text Placeholder 10">
            <a:extLst>
              <a:ext uri="{FF2B5EF4-FFF2-40B4-BE49-F238E27FC236}">
                <a16:creationId xmlns:a16="http://schemas.microsoft.com/office/drawing/2014/main" id="{7F247A08-A350-EF44-9F10-FC72B5466602}"/>
              </a:ext>
            </a:extLst>
          </p:cNvPr>
          <p:cNvSpPr>
            <a:spLocks noGrp="1"/>
          </p:cNvSpPr>
          <p:nvPr>
            <p:ph type="body" sz="quarter" idx="23"/>
          </p:nvPr>
        </p:nvSpPr>
        <p:spPr>
          <a:xfrm>
            <a:off x="6367054" y="5131299"/>
            <a:ext cx="2129245" cy="369332"/>
          </a:xfrm>
        </p:spPr>
        <p:txBody>
          <a:bodyPr rtlCol="0"/>
          <a:lstStyle/>
          <a:p>
            <a:pPr rtl="0"/>
            <a:r>
              <a:rPr lang="en-GB" dirty="0"/>
              <a:t>Discussion about pair programming and where we might want to consider using it</a:t>
            </a:r>
          </a:p>
        </p:txBody>
      </p:sp>
    </p:spTree>
    <p:extLst>
      <p:ext uri="{BB962C8B-B14F-4D97-AF65-F5344CB8AC3E}">
        <p14:creationId xmlns:p14="http://schemas.microsoft.com/office/powerpoint/2010/main" val="289860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53F689-2E51-BF4F-AE47-7CEB7CC4C52A}"/>
              </a:ext>
            </a:extLst>
          </p:cNvPr>
          <p:cNvSpPr>
            <a:spLocks noGrp="1"/>
          </p:cNvSpPr>
          <p:nvPr>
            <p:ph type="title"/>
          </p:nvPr>
        </p:nvSpPr>
        <p:spPr/>
        <p:txBody>
          <a:bodyPr rtlCol="0">
            <a:normAutofit/>
          </a:bodyPr>
          <a:lstStyle/>
          <a:p>
            <a:pPr rtl="0"/>
            <a:r>
              <a:rPr lang="en-GB" dirty="0"/>
              <a:t>Pair Programming</a:t>
            </a:r>
          </a:p>
        </p:txBody>
      </p:sp>
      <p:sp>
        <p:nvSpPr>
          <p:cNvPr id="4" name="Text Placeholder 3">
            <a:extLst>
              <a:ext uri="{FF2B5EF4-FFF2-40B4-BE49-F238E27FC236}">
                <a16:creationId xmlns:a16="http://schemas.microsoft.com/office/drawing/2014/main" id="{A17F80A9-6337-524E-AC61-32C5AFEE8E6D}"/>
              </a:ext>
            </a:extLst>
          </p:cNvPr>
          <p:cNvSpPr>
            <a:spLocks noGrp="1"/>
          </p:cNvSpPr>
          <p:nvPr>
            <p:ph type="body" sz="quarter" idx="11"/>
          </p:nvPr>
        </p:nvSpPr>
        <p:spPr/>
        <p:txBody>
          <a:bodyPr rtlCol="0"/>
          <a:lstStyle/>
          <a:p>
            <a:pPr rtl="0"/>
            <a:r>
              <a:rPr lang="en-GB" dirty="0"/>
              <a:t>Pair programming is the process of a pair of programmers alternating between a “driver” and “navigator” roles with the aim of writing code of value for a business need.</a:t>
            </a:r>
          </a:p>
        </p:txBody>
      </p:sp>
      <p:pic>
        <p:nvPicPr>
          <p:cNvPr id="8" name="Picture 7">
            <a:extLst>
              <a:ext uri="{FF2B5EF4-FFF2-40B4-BE49-F238E27FC236}">
                <a16:creationId xmlns:a16="http://schemas.microsoft.com/office/drawing/2014/main" id="{A2312FC4-08F5-669D-DBF9-807DE9B78BAE}"/>
              </a:ext>
            </a:extLst>
          </p:cNvPr>
          <p:cNvPicPr>
            <a:picLocks noChangeAspect="1"/>
          </p:cNvPicPr>
          <p:nvPr/>
        </p:nvPicPr>
        <p:blipFill rotWithShape="1">
          <a:blip r:embed="rId3"/>
          <a:srcRect l="16553" t="43107" r="52159" b="16135"/>
          <a:stretch/>
        </p:blipFill>
        <p:spPr>
          <a:xfrm>
            <a:off x="5905500" y="1195510"/>
            <a:ext cx="6096000" cy="4466979"/>
          </a:xfrm>
          <a:prstGeom prst="rect">
            <a:avLst/>
          </a:prstGeom>
        </p:spPr>
      </p:pic>
    </p:spTree>
    <p:extLst>
      <p:ext uri="{BB962C8B-B14F-4D97-AF65-F5344CB8AC3E}">
        <p14:creationId xmlns:p14="http://schemas.microsoft.com/office/powerpoint/2010/main" val="391246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A9AE3-9AED-BC4C-67F0-4581AEA516F8}"/>
              </a:ext>
            </a:extLst>
          </p:cNvPr>
          <p:cNvSpPr>
            <a:spLocks noGrp="1"/>
          </p:cNvSpPr>
          <p:nvPr>
            <p:ph type="title"/>
          </p:nvPr>
        </p:nvSpPr>
        <p:spPr/>
        <p:txBody>
          <a:bodyPr/>
          <a:lstStyle/>
          <a:p>
            <a:r>
              <a:rPr lang="en-GB" dirty="0"/>
              <a:t>Roles</a:t>
            </a:r>
          </a:p>
        </p:txBody>
      </p:sp>
      <p:sp>
        <p:nvSpPr>
          <p:cNvPr id="3" name="Text Placeholder 2">
            <a:extLst>
              <a:ext uri="{FF2B5EF4-FFF2-40B4-BE49-F238E27FC236}">
                <a16:creationId xmlns:a16="http://schemas.microsoft.com/office/drawing/2014/main" id="{49D4BD07-54C9-FA99-9FEA-5AE3B4029E15}"/>
              </a:ext>
            </a:extLst>
          </p:cNvPr>
          <p:cNvSpPr>
            <a:spLocks noGrp="1"/>
          </p:cNvSpPr>
          <p:nvPr>
            <p:ph type="body" sz="quarter" idx="10"/>
          </p:nvPr>
        </p:nvSpPr>
        <p:spPr>
          <a:xfrm>
            <a:off x="964023" y="2239652"/>
            <a:ext cx="9795713" cy="4161148"/>
          </a:xfrm>
        </p:spPr>
        <p:txBody>
          <a:bodyPr/>
          <a:lstStyle/>
          <a:p>
            <a:pPr marL="0" marR="0" lvl="0" indent="0" algn="l" defTabSz="914400" rtl="0" eaLnBrk="1" fontAlgn="auto" latinLnBrk="0" hangingPunct="1">
              <a:lnSpc>
                <a:spcPct val="100000"/>
              </a:lnSpc>
              <a:spcBef>
                <a:spcPts val="400"/>
              </a:spcBef>
              <a:spcAft>
                <a:spcPts val="0"/>
              </a:spcAft>
              <a:buClrTx/>
              <a:buSzTx/>
              <a:buFont typeface="Arial" panose="020B0604020202020204" pitchFamily="34" charset="0"/>
              <a:buNone/>
              <a:tabLst/>
              <a:defRPr/>
            </a:pPr>
            <a:r>
              <a:rPr kumimoji="0" lang="en-GB" sz="1600" b="0" i="0" u="none" strike="noStrike" kern="1200" cap="none" spc="0" normalizeH="0" baseline="0" noProof="0" dirty="0">
                <a:ln>
                  <a:noFill/>
                </a:ln>
                <a:solidFill>
                  <a:srgbClr val="7CA655"/>
                </a:solidFill>
                <a:effectLst/>
                <a:uLnTx/>
                <a:uFillTx/>
                <a:latin typeface="Franklin Gothic Demi"/>
                <a:ea typeface="+mn-ea"/>
                <a:cs typeface="+mn-cs"/>
              </a:rPr>
              <a:t>Roles</a:t>
            </a:r>
            <a:endParaRPr lang="en-GB" dirty="0"/>
          </a:p>
          <a:p>
            <a:r>
              <a:rPr lang="en-GB" dirty="0"/>
              <a:t>Driver – The person writing the code asking the design questions</a:t>
            </a:r>
          </a:p>
          <a:p>
            <a:r>
              <a:rPr lang="en-GB" dirty="0"/>
              <a:t>Navigator – The person leading the design and answering the design questions from the driver</a:t>
            </a:r>
          </a:p>
          <a:p>
            <a:endParaRPr lang="en-GB" dirty="0"/>
          </a:p>
        </p:txBody>
      </p:sp>
    </p:spTree>
    <p:extLst>
      <p:ext uri="{BB962C8B-B14F-4D97-AF65-F5344CB8AC3E}">
        <p14:creationId xmlns:p14="http://schemas.microsoft.com/office/powerpoint/2010/main" val="31977933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A9AE3-9AED-BC4C-67F0-4581AEA516F8}"/>
              </a:ext>
            </a:extLst>
          </p:cNvPr>
          <p:cNvSpPr>
            <a:spLocks noGrp="1"/>
          </p:cNvSpPr>
          <p:nvPr>
            <p:ph type="title"/>
          </p:nvPr>
        </p:nvSpPr>
        <p:spPr>
          <a:xfrm>
            <a:off x="964023" y="879063"/>
            <a:ext cx="6164746" cy="610863"/>
          </a:xfrm>
        </p:spPr>
        <p:txBody>
          <a:bodyPr>
            <a:normAutofit fontScale="90000"/>
          </a:bodyPr>
          <a:lstStyle/>
          <a:p>
            <a:r>
              <a:rPr lang="en-GB" dirty="0"/>
              <a:t>Methodologies Pomodoro</a:t>
            </a:r>
          </a:p>
        </p:txBody>
      </p:sp>
      <p:sp>
        <p:nvSpPr>
          <p:cNvPr id="3" name="Text Placeholder 2">
            <a:extLst>
              <a:ext uri="{FF2B5EF4-FFF2-40B4-BE49-F238E27FC236}">
                <a16:creationId xmlns:a16="http://schemas.microsoft.com/office/drawing/2014/main" id="{49D4BD07-54C9-FA99-9FEA-5AE3B4029E15}"/>
              </a:ext>
            </a:extLst>
          </p:cNvPr>
          <p:cNvSpPr>
            <a:spLocks noGrp="1"/>
          </p:cNvSpPr>
          <p:nvPr>
            <p:ph type="body" sz="quarter" idx="10"/>
          </p:nvPr>
        </p:nvSpPr>
        <p:spPr>
          <a:xfrm>
            <a:off x="964023" y="2230774"/>
            <a:ext cx="9795713" cy="4161148"/>
          </a:xfrm>
        </p:spPr>
        <p:txBody>
          <a:bodyPr/>
          <a:lstStyle/>
          <a:p>
            <a:r>
              <a:rPr kumimoji="0" lang="en-GB" sz="1600" b="0" i="0" u="none" strike="noStrike" kern="1200" cap="none" spc="0" normalizeH="0" baseline="0" noProof="0" dirty="0">
                <a:ln>
                  <a:noFill/>
                </a:ln>
                <a:solidFill>
                  <a:srgbClr val="7CA655"/>
                </a:solidFill>
                <a:effectLst/>
                <a:uLnTx/>
                <a:uFillTx/>
                <a:latin typeface="Franklin Gothic Demi"/>
                <a:ea typeface="+mn-ea"/>
                <a:cs typeface="+mn-cs"/>
              </a:rPr>
              <a:t>Pomodoro</a:t>
            </a:r>
            <a:endParaRPr lang="en-GB" dirty="0">
              <a:solidFill>
                <a:srgbClr val="7CA655"/>
              </a:solidFill>
              <a:latin typeface="Franklin Gothic Demi"/>
            </a:endParaRPr>
          </a:p>
          <a:p>
            <a:r>
              <a:rPr lang="en-GB" dirty="0"/>
              <a:t>Pomodoro is a time-based means of pair programming. The role switching occurs after a certain time limit.</a:t>
            </a:r>
          </a:p>
          <a:p>
            <a:r>
              <a:rPr kumimoji="0" lang="en-GB" sz="1600" b="0" i="0" u="none" strike="noStrike" kern="1200" cap="none" spc="0" normalizeH="0" baseline="0" noProof="0" dirty="0">
                <a:ln>
                  <a:noFill/>
                </a:ln>
                <a:solidFill>
                  <a:srgbClr val="7CA655"/>
                </a:solidFill>
                <a:effectLst/>
                <a:uLnTx/>
                <a:uFillTx/>
                <a:latin typeface="Franklin Gothic Demi"/>
                <a:ea typeface="+mn-ea"/>
                <a:cs typeface="+mn-cs"/>
              </a:rPr>
              <a:t>Benefits</a:t>
            </a:r>
          </a:p>
          <a:p>
            <a:r>
              <a:rPr lang="en-GB" dirty="0"/>
              <a:t>- Good for tracking when to take breaks from development</a:t>
            </a:r>
          </a:p>
          <a:p>
            <a:r>
              <a:rPr kumimoji="0" lang="en-GB" sz="1600" b="0" i="0" u="none" strike="noStrike" kern="1200" cap="none" spc="0" normalizeH="0" baseline="0" noProof="0" dirty="0">
                <a:ln>
                  <a:noFill/>
                </a:ln>
                <a:solidFill>
                  <a:srgbClr val="7CA655"/>
                </a:solidFill>
                <a:effectLst/>
                <a:uLnTx/>
                <a:uFillTx/>
                <a:latin typeface="Franklin Gothic Demi"/>
                <a:ea typeface="+mn-ea"/>
                <a:cs typeface="+mn-cs"/>
              </a:rPr>
              <a:t>Drawbacks</a:t>
            </a:r>
            <a:endParaRPr lang="en-GB" dirty="0"/>
          </a:p>
          <a:p>
            <a:r>
              <a:rPr lang="en-GB" dirty="0"/>
              <a:t>- Forgetting to set or going past the timer leading to fixed driver/ navigator roles.</a:t>
            </a:r>
          </a:p>
          <a:p>
            <a:r>
              <a:rPr lang="en-GB" dirty="0"/>
              <a:t>- Context switching at disruptive points during the pairing</a:t>
            </a:r>
          </a:p>
        </p:txBody>
      </p:sp>
    </p:spTree>
    <p:extLst>
      <p:ext uri="{BB962C8B-B14F-4D97-AF65-F5344CB8AC3E}">
        <p14:creationId xmlns:p14="http://schemas.microsoft.com/office/powerpoint/2010/main" val="35706119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A9AE3-9AED-BC4C-67F0-4581AEA516F8}"/>
              </a:ext>
            </a:extLst>
          </p:cNvPr>
          <p:cNvSpPr>
            <a:spLocks noGrp="1"/>
          </p:cNvSpPr>
          <p:nvPr>
            <p:ph type="title"/>
          </p:nvPr>
        </p:nvSpPr>
        <p:spPr>
          <a:xfrm>
            <a:off x="964023" y="870185"/>
            <a:ext cx="6581996" cy="610863"/>
          </a:xfrm>
        </p:spPr>
        <p:txBody>
          <a:bodyPr>
            <a:noAutofit/>
          </a:bodyPr>
          <a:lstStyle/>
          <a:p>
            <a:r>
              <a:rPr lang="en-GB" sz="4000" dirty="0"/>
              <a:t>Methodologies Ping Pong</a:t>
            </a:r>
          </a:p>
        </p:txBody>
      </p:sp>
      <p:sp>
        <p:nvSpPr>
          <p:cNvPr id="3" name="Text Placeholder 2">
            <a:extLst>
              <a:ext uri="{FF2B5EF4-FFF2-40B4-BE49-F238E27FC236}">
                <a16:creationId xmlns:a16="http://schemas.microsoft.com/office/drawing/2014/main" id="{49D4BD07-54C9-FA99-9FEA-5AE3B4029E15}"/>
              </a:ext>
            </a:extLst>
          </p:cNvPr>
          <p:cNvSpPr>
            <a:spLocks noGrp="1"/>
          </p:cNvSpPr>
          <p:nvPr>
            <p:ph type="body" sz="quarter" idx="10"/>
          </p:nvPr>
        </p:nvSpPr>
        <p:spPr>
          <a:xfrm>
            <a:off x="964023" y="2230774"/>
            <a:ext cx="9795713" cy="4161148"/>
          </a:xfrm>
        </p:spPr>
        <p:txBody>
          <a:bodyPr/>
          <a:lstStyle/>
          <a:p>
            <a:r>
              <a:rPr kumimoji="0" lang="en-GB" sz="1600" b="0" i="0" u="none" strike="noStrike" kern="1200" cap="none" spc="0" normalizeH="0" baseline="0" noProof="0" dirty="0">
                <a:ln>
                  <a:noFill/>
                </a:ln>
                <a:solidFill>
                  <a:srgbClr val="7CA655"/>
                </a:solidFill>
                <a:effectLst/>
                <a:uLnTx/>
                <a:uFillTx/>
                <a:latin typeface="Franklin Gothic Demi"/>
                <a:ea typeface="+mn-ea"/>
                <a:cs typeface="+mn-cs"/>
              </a:rPr>
              <a:t>Ping Pong</a:t>
            </a:r>
            <a:endParaRPr lang="en-GB" dirty="0"/>
          </a:p>
          <a:p>
            <a:r>
              <a:rPr lang="en-GB" dirty="0"/>
              <a:t>Ping pong is a context means of pair programming. The role switching occurs after a passing unit test when using a test-driven approach.</a:t>
            </a:r>
            <a:endParaRPr kumimoji="0" lang="en-GB" sz="1600" b="0" i="0" u="none" strike="noStrike" kern="1200" cap="none" spc="0" normalizeH="0" baseline="0" noProof="0" dirty="0">
              <a:ln>
                <a:noFill/>
              </a:ln>
              <a:solidFill>
                <a:srgbClr val="7CA655"/>
              </a:solidFill>
              <a:effectLst/>
              <a:uLnTx/>
              <a:uFillTx/>
              <a:latin typeface="Franklin Gothic Demi"/>
              <a:ea typeface="+mn-ea"/>
              <a:cs typeface="+mn-cs"/>
            </a:endParaRPr>
          </a:p>
          <a:p>
            <a:r>
              <a:rPr kumimoji="0" lang="en-GB" sz="1600" b="0" i="0" u="none" strike="noStrike" kern="1200" cap="none" spc="0" normalizeH="0" baseline="0" noProof="0" dirty="0">
                <a:ln>
                  <a:noFill/>
                </a:ln>
                <a:solidFill>
                  <a:srgbClr val="7CA655"/>
                </a:solidFill>
                <a:effectLst/>
                <a:uLnTx/>
                <a:uFillTx/>
                <a:latin typeface="Franklin Gothic Demi"/>
                <a:ea typeface="+mn-ea"/>
                <a:cs typeface="+mn-cs"/>
              </a:rPr>
              <a:t>Benefits</a:t>
            </a:r>
          </a:p>
          <a:p>
            <a:r>
              <a:rPr lang="en-GB" dirty="0"/>
              <a:t>- Good for tracking when to switch roles</a:t>
            </a:r>
          </a:p>
          <a:p>
            <a:r>
              <a:rPr lang="en-GB" dirty="0"/>
              <a:t>- Less disruptive when switching roles</a:t>
            </a:r>
          </a:p>
          <a:p>
            <a:r>
              <a:rPr kumimoji="0" lang="en-GB" sz="1600" b="0" i="0" u="none" strike="noStrike" kern="1200" cap="none" spc="0" normalizeH="0" baseline="0" noProof="0" dirty="0">
                <a:ln>
                  <a:noFill/>
                </a:ln>
                <a:solidFill>
                  <a:srgbClr val="7CA655"/>
                </a:solidFill>
                <a:effectLst/>
                <a:uLnTx/>
                <a:uFillTx/>
                <a:latin typeface="Franklin Gothic Demi"/>
                <a:ea typeface="+mn-ea"/>
                <a:cs typeface="+mn-cs"/>
              </a:rPr>
              <a:t>Drawbacks</a:t>
            </a:r>
            <a:endParaRPr lang="en-GB" dirty="0"/>
          </a:p>
          <a:p>
            <a:r>
              <a:rPr lang="en-GB" dirty="0"/>
              <a:t>- Not good for tracking when to take breaks</a:t>
            </a:r>
          </a:p>
          <a:p>
            <a:endParaRPr lang="en-GB" dirty="0"/>
          </a:p>
        </p:txBody>
      </p:sp>
    </p:spTree>
    <p:extLst>
      <p:ext uri="{BB962C8B-B14F-4D97-AF65-F5344CB8AC3E}">
        <p14:creationId xmlns:p14="http://schemas.microsoft.com/office/powerpoint/2010/main" val="32872020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A9AE3-9AED-BC4C-67F0-4581AEA516F8}"/>
              </a:ext>
            </a:extLst>
          </p:cNvPr>
          <p:cNvSpPr>
            <a:spLocks noGrp="1"/>
          </p:cNvSpPr>
          <p:nvPr>
            <p:ph type="title"/>
          </p:nvPr>
        </p:nvSpPr>
        <p:spPr/>
        <p:txBody>
          <a:bodyPr/>
          <a:lstStyle/>
          <a:p>
            <a:r>
              <a:rPr lang="en-GB" dirty="0"/>
              <a:t>Benefits</a:t>
            </a:r>
          </a:p>
        </p:txBody>
      </p:sp>
      <p:sp>
        <p:nvSpPr>
          <p:cNvPr id="3" name="Text Placeholder 2">
            <a:extLst>
              <a:ext uri="{FF2B5EF4-FFF2-40B4-BE49-F238E27FC236}">
                <a16:creationId xmlns:a16="http://schemas.microsoft.com/office/drawing/2014/main" id="{49D4BD07-54C9-FA99-9FEA-5AE3B4029E15}"/>
              </a:ext>
            </a:extLst>
          </p:cNvPr>
          <p:cNvSpPr>
            <a:spLocks noGrp="1"/>
          </p:cNvSpPr>
          <p:nvPr>
            <p:ph type="body" sz="quarter" idx="10"/>
          </p:nvPr>
        </p:nvSpPr>
        <p:spPr>
          <a:xfrm>
            <a:off x="964023" y="2213018"/>
            <a:ext cx="9795713" cy="4161148"/>
          </a:xfrm>
        </p:spPr>
        <p:txBody>
          <a:bodyPr/>
          <a:lstStyle/>
          <a:p>
            <a:pPr marL="0" marR="0" lvl="0" indent="0" algn="l" defTabSz="914400" rtl="0" eaLnBrk="1" fontAlgn="auto" latinLnBrk="0" hangingPunct="1">
              <a:lnSpc>
                <a:spcPct val="100000"/>
              </a:lnSpc>
              <a:spcBef>
                <a:spcPts val="400"/>
              </a:spcBef>
              <a:spcAft>
                <a:spcPts val="0"/>
              </a:spcAft>
              <a:buClrTx/>
              <a:buSzTx/>
              <a:buFont typeface="Arial" panose="020B0604020202020204" pitchFamily="34" charset="0"/>
              <a:buNone/>
              <a:tabLst/>
              <a:defRPr/>
            </a:pPr>
            <a:r>
              <a:rPr kumimoji="0" lang="en-GB" sz="1600" b="0" i="0" u="none" strike="noStrike" kern="1200" cap="none" spc="0" normalizeH="0" baseline="0" noProof="0" dirty="0">
                <a:ln>
                  <a:noFill/>
                </a:ln>
                <a:solidFill>
                  <a:srgbClr val="7CA655"/>
                </a:solidFill>
                <a:effectLst/>
                <a:uLnTx/>
                <a:uFillTx/>
                <a:latin typeface="Franklin Gothic Demi"/>
                <a:ea typeface="+mn-ea"/>
                <a:cs typeface="+mn-cs"/>
              </a:rPr>
              <a:t>Live Code Review</a:t>
            </a:r>
          </a:p>
          <a:p>
            <a:pPr marL="0" marR="0" lvl="0" indent="0" algn="l" defTabSz="914400" rtl="0" eaLnBrk="1" fontAlgn="auto" latinLnBrk="0" hangingPunct="1">
              <a:lnSpc>
                <a:spcPct val="100000"/>
              </a:lnSpc>
              <a:spcBef>
                <a:spcPts val="400"/>
              </a:spcBef>
              <a:spcAft>
                <a:spcPts val="0"/>
              </a:spcAft>
              <a:buClrTx/>
              <a:buSzTx/>
              <a:buFont typeface="Arial" panose="020B0604020202020204" pitchFamily="34" charset="0"/>
              <a:buNone/>
              <a:tabLst/>
              <a:defRPr/>
            </a:pPr>
            <a:r>
              <a:rPr lang="en-GB" dirty="0"/>
              <a:t>One of the main benefits of pair programming is this idea of a “live code review”. Whether pairing eliminates the need for code reviews is another discussion. Decisions are made “Just In Time” through pairing when problem solving. Rather than this being an individual process a consensus is reached for Path A/ B/ C in the design direction. It can also lead to a “nowhere to hide” culture when it comes to code quality in a competent pair; this leads to a lack of corners being cut in the design process.</a:t>
            </a:r>
          </a:p>
          <a:p>
            <a:r>
              <a:rPr lang="en-GB" dirty="0">
                <a:solidFill>
                  <a:srgbClr val="7CA655"/>
                </a:solidFill>
                <a:latin typeface="Franklin Gothic Demi"/>
              </a:rPr>
              <a:t>Learn From Coworkers</a:t>
            </a:r>
          </a:p>
          <a:p>
            <a:r>
              <a:rPr lang="en-GB" dirty="0"/>
              <a:t>Pair programming provides an excellent opportunity to learn from one another. Experienced developers can learn fresh approaches, junior developers have the potential of learning the ropes faster. Pairing is also good for learning new areas of a codebase and its domain. This breaks down knowledge silos and single points of failure within the team.</a:t>
            </a:r>
            <a:endParaRPr lang="en-GB" dirty="0">
              <a:solidFill>
                <a:srgbClr val="7CA655"/>
              </a:solidFill>
              <a:latin typeface="Franklin Gothic Demi"/>
            </a:endParaRPr>
          </a:p>
          <a:p>
            <a:r>
              <a:rPr lang="en-GB" dirty="0">
                <a:solidFill>
                  <a:srgbClr val="7CA655"/>
                </a:solidFill>
                <a:latin typeface="Franklin Gothic Demi"/>
              </a:rPr>
              <a:t>Increase Team Cohesion</a:t>
            </a:r>
            <a:endParaRPr lang="en-GB" dirty="0"/>
          </a:p>
          <a:p>
            <a:r>
              <a:rPr lang="en-GB" dirty="0"/>
              <a:t>Each developer brings their own perspective, approach and point of view to the main job of software development which is problem solving. These unique approaches can create friction within especially new teams if left unchecked. Pair programming confronts this head on and forces co-operation and understanding to different ways of approaching/ solving problems as well as ways of working.</a:t>
            </a:r>
          </a:p>
        </p:txBody>
      </p:sp>
    </p:spTree>
    <p:extLst>
      <p:ext uri="{BB962C8B-B14F-4D97-AF65-F5344CB8AC3E}">
        <p14:creationId xmlns:p14="http://schemas.microsoft.com/office/powerpoint/2010/main" val="3924072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A9AE3-9AED-BC4C-67F0-4581AEA516F8}"/>
              </a:ext>
            </a:extLst>
          </p:cNvPr>
          <p:cNvSpPr>
            <a:spLocks noGrp="1"/>
          </p:cNvSpPr>
          <p:nvPr>
            <p:ph type="title"/>
          </p:nvPr>
        </p:nvSpPr>
        <p:spPr/>
        <p:txBody>
          <a:bodyPr/>
          <a:lstStyle/>
          <a:p>
            <a:r>
              <a:rPr lang="en-GB" dirty="0"/>
              <a:t>Drawbacks</a:t>
            </a:r>
          </a:p>
        </p:txBody>
      </p:sp>
      <p:sp>
        <p:nvSpPr>
          <p:cNvPr id="3" name="Text Placeholder 2">
            <a:extLst>
              <a:ext uri="{FF2B5EF4-FFF2-40B4-BE49-F238E27FC236}">
                <a16:creationId xmlns:a16="http://schemas.microsoft.com/office/drawing/2014/main" id="{49D4BD07-54C9-FA99-9FEA-5AE3B4029E15}"/>
              </a:ext>
            </a:extLst>
          </p:cNvPr>
          <p:cNvSpPr>
            <a:spLocks noGrp="1"/>
          </p:cNvSpPr>
          <p:nvPr>
            <p:ph type="body" sz="quarter" idx="10"/>
          </p:nvPr>
        </p:nvSpPr>
        <p:spPr>
          <a:xfrm>
            <a:off x="964023" y="2221896"/>
            <a:ext cx="9795713" cy="4161148"/>
          </a:xfrm>
        </p:spPr>
        <p:txBody>
          <a:bodyPr/>
          <a:lstStyle/>
          <a:p>
            <a:pPr marL="0" marR="0" lvl="0" indent="0" algn="l" defTabSz="914400" rtl="0" eaLnBrk="1" fontAlgn="auto" latinLnBrk="0" hangingPunct="1">
              <a:lnSpc>
                <a:spcPct val="100000"/>
              </a:lnSpc>
              <a:spcBef>
                <a:spcPts val="400"/>
              </a:spcBef>
              <a:spcAft>
                <a:spcPts val="0"/>
              </a:spcAft>
              <a:buClrTx/>
              <a:buSzTx/>
              <a:buFont typeface="Arial" panose="020B0604020202020204" pitchFamily="34" charset="0"/>
              <a:buNone/>
              <a:tabLst/>
              <a:defRPr/>
            </a:pPr>
            <a:r>
              <a:rPr kumimoji="0" lang="en-GB" sz="1600" b="0" i="0" u="none" strike="noStrike" kern="1200" cap="none" spc="0" normalizeH="0" baseline="0" noProof="0" dirty="0">
                <a:ln>
                  <a:noFill/>
                </a:ln>
                <a:solidFill>
                  <a:srgbClr val="7CA655"/>
                </a:solidFill>
                <a:effectLst/>
                <a:uLnTx/>
                <a:uFillTx/>
                <a:latin typeface="Franklin Gothic Demi"/>
                <a:ea typeface="+mn-ea"/>
                <a:cs typeface="+mn-cs"/>
              </a:rPr>
              <a:t>Inflexible Work Schedule</a:t>
            </a:r>
            <a:endParaRPr lang="en-GB" dirty="0"/>
          </a:p>
          <a:p>
            <a:r>
              <a:rPr lang="en-GB" dirty="0"/>
              <a:t>One of the downsides to pair programming is it doesn’t promote any degree of flexibility in a working schedule. This creates difficulties with organising away from desk errands and other life responsibilities/ distractions that disrupt the pair when it is an enforced way of working.</a:t>
            </a:r>
          </a:p>
          <a:p>
            <a:r>
              <a:rPr kumimoji="0" lang="en-GB" sz="1600" b="0" i="0" u="none" strike="noStrike" kern="1200" cap="none" spc="0" normalizeH="0" baseline="0" noProof="0" dirty="0">
                <a:ln>
                  <a:noFill/>
                </a:ln>
                <a:solidFill>
                  <a:srgbClr val="7CA655"/>
                </a:solidFill>
                <a:effectLst/>
                <a:uLnTx/>
                <a:uFillTx/>
                <a:latin typeface="Franklin Gothic Demi"/>
                <a:ea typeface="+mn-ea"/>
                <a:cs typeface="+mn-cs"/>
              </a:rPr>
              <a:t>Differently Focused Developers</a:t>
            </a:r>
            <a:endParaRPr lang="en-GB" dirty="0">
              <a:solidFill>
                <a:srgbClr val="7CA655"/>
              </a:solidFill>
              <a:latin typeface="Franklin Gothic Demi"/>
            </a:endParaRPr>
          </a:p>
          <a:p>
            <a:r>
              <a:rPr lang="en-GB" dirty="0"/>
              <a:t>It is important to state people aren’t lazy. People can become differently focused on something that lacks responsibility (“laziness”) occurring from a sense of boredom from a lack of engagement in the important task.</a:t>
            </a:r>
          </a:p>
          <a:p>
            <a:r>
              <a:rPr lang="en-GB" dirty="0"/>
              <a:t>Keeping this in mind, at best when the pair extends past a pair of programmers to become a “mob” (Not a mobbing workshop) you will get spectators that are passive to the problem-solving process who get bored and become waste to the development effort.</a:t>
            </a:r>
          </a:p>
          <a:p>
            <a:r>
              <a:rPr lang="en-GB" dirty="0"/>
              <a:t>The same occurs when the work is menial for the driver role. The navigator becomes a code quality spectator at  best and at worst waste to the development effort.</a:t>
            </a:r>
          </a:p>
        </p:txBody>
      </p:sp>
    </p:spTree>
    <p:extLst>
      <p:ext uri="{BB962C8B-B14F-4D97-AF65-F5344CB8AC3E}">
        <p14:creationId xmlns:p14="http://schemas.microsoft.com/office/powerpoint/2010/main" val="959145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A9AE3-9AED-BC4C-67F0-4581AEA516F8}"/>
              </a:ext>
            </a:extLst>
          </p:cNvPr>
          <p:cNvSpPr>
            <a:spLocks noGrp="1"/>
          </p:cNvSpPr>
          <p:nvPr>
            <p:ph type="title"/>
          </p:nvPr>
        </p:nvSpPr>
        <p:spPr/>
        <p:txBody>
          <a:bodyPr/>
          <a:lstStyle/>
          <a:p>
            <a:r>
              <a:rPr lang="en-GB" dirty="0"/>
              <a:t>Drawbacks</a:t>
            </a:r>
          </a:p>
        </p:txBody>
      </p:sp>
      <p:sp>
        <p:nvSpPr>
          <p:cNvPr id="3" name="Text Placeholder 2">
            <a:extLst>
              <a:ext uri="{FF2B5EF4-FFF2-40B4-BE49-F238E27FC236}">
                <a16:creationId xmlns:a16="http://schemas.microsoft.com/office/drawing/2014/main" id="{49D4BD07-54C9-FA99-9FEA-5AE3B4029E15}"/>
              </a:ext>
            </a:extLst>
          </p:cNvPr>
          <p:cNvSpPr>
            <a:spLocks noGrp="1"/>
          </p:cNvSpPr>
          <p:nvPr>
            <p:ph type="body" sz="quarter" idx="10"/>
          </p:nvPr>
        </p:nvSpPr>
        <p:spPr>
          <a:xfrm>
            <a:off x="964023" y="2221896"/>
            <a:ext cx="9795713" cy="4161148"/>
          </a:xfrm>
        </p:spPr>
        <p:txBody>
          <a:bodyPr/>
          <a:lstStyle/>
          <a:p>
            <a:pPr marL="0" marR="0" lvl="0" indent="0" algn="l" defTabSz="914400" rtl="0" eaLnBrk="1" fontAlgn="auto" latinLnBrk="0" hangingPunct="1">
              <a:lnSpc>
                <a:spcPct val="100000"/>
              </a:lnSpc>
              <a:spcBef>
                <a:spcPts val="400"/>
              </a:spcBef>
              <a:spcAft>
                <a:spcPts val="0"/>
              </a:spcAft>
              <a:buClrTx/>
              <a:buSzTx/>
              <a:buFont typeface="Arial" panose="020B0604020202020204" pitchFamily="34" charset="0"/>
              <a:buNone/>
              <a:tabLst/>
              <a:defRPr/>
            </a:pPr>
            <a:r>
              <a:rPr kumimoji="0" lang="en-GB" sz="1600" b="0" i="0" u="none" strike="noStrike" kern="1200" cap="none" spc="0" normalizeH="0" baseline="0" noProof="0" dirty="0">
                <a:ln>
                  <a:noFill/>
                </a:ln>
                <a:solidFill>
                  <a:srgbClr val="7CA655"/>
                </a:solidFill>
                <a:effectLst/>
                <a:uLnTx/>
                <a:uFillTx/>
                <a:latin typeface="Franklin Gothic Demi"/>
                <a:ea typeface="+mn-ea"/>
                <a:cs typeface="+mn-cs"/>
              </a:rPr>
              <a:t>Untrusted Pairing Groups</a:t>
            </a:r>
          </a:p>
          <a:p>
            <a:r>
              <a:rPr lang="en-GB" dirty="0"/>
              <a:t>In teams where trust is an issue pair programming can start to form some nasty restrictions around whom can pair with whom.</a:t>
            </a:r>
          </a:p>
          <a:p>
            <a:r>
              <a:rPr lang="en-GB" dirty="0"/>
              <a:t>This team mindset forms out of trusted and untrusted individuals within a team. Certain team members or interactions between team members aren’t entrusted to get the work done/ to a high enough standard/ to a fast enough delivery.</a:t>
            </a:r>
          </a:p>
          <a:p>
            <a:r>
              <a:rPr lang="en-GB" dirty="0"/>
              <a:t>Gatekeeping processes isn’t healthy for any team and steps should be taken to work out the issues with why certain pairs are less effective. This could involve explaining the importance of the delivery, addressing developer knowledge gaps, training on team agreed coding standards and so on.</a:t>
            </a:r>
            <a:endParaRPr lang="en-GB" dirty="0">
              <a:solidFill>
                <a:srgbClr val="7CA655"/>
              </a:solidFill>
              <a:latin typeface="Franklin Gothic Demi"/>
            </a:endParaRPr>
          </a:p>
          <a:p>
            <a:r>
              <a:rPr kumimoji="0" lang="en-GB" sz="1600" b="0" i="0" u="none" strike="noStrike" kern="1200" cap="none" spc="0" normalizeH="0" baseline="0" noProof="0" dirty="0">
                <a:ln>
                  <a:noFill/>
                </a:ln>
                <a:solidFill>
                  <a:srgbClr val="7CA655"/>
                </a:solidFill>
                <a:effectLst/>
                <a:uLnTx/>
                <a:uFillTx/>
                <a:latin typeface="Franklin Gothic Demi"/>
                <a:ea typeface="+mn-ea"/>
                <a:cs typeface="+mn-cs"/>
              </a:rPr>
              <a:t>Comfortable Pairing Groups</a:t>
            </a:r>
          </a:p>
          <a:p>
            <a:r>
              <a:rPr lang="en-GB" dirty="0"/>
              <a:t>In a similar vein to the previous point in such a working environment and even less pressured environments comfortable pairing groups of colleagues that get along will occur. It is important when this pattern starts to form to address it to ensure the “mixing pot” approach to different culture and approaches to get the most out of the pair programming methodology.</a:t>
            </a:r>
          </a:p>
        </p:txBody>
      </p:sp>
    </p:spTree>
    <p:extLst>
      <p:ext uri="{BB962C8B-B14F-4D97-AF65-F5344CB8AC3E}">
        <p14:creationId xmlns:p14="http://schemas.microsoft.com/office/powerpoint/2010/main" val="691291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CA2A711C-6F78-D508-59C4-74EE9B4E939B}"/>
              </a:ext>
            </a:extLst>
          </p:cNvPr>
          <p:cNvSpPr>
            <a:spLocks noGrp="1"/>
          </p:cNvSpPr>
          <p:nvPr>
            <p:ph type="title"/>
          </p:nvPr>
        </p:nvSpPr>
        <p:spPr>
          <a:xfrm>
            <a:off x="7194550" y="3044825"/>
            <a:ext cx="4940300" cy="611188"/>
          </a:xfrm>
        </p:spPr>
        <p:txBody>
          <a:bodyPr/>
          <a:lstStyle/>
          <a:p>
            <a:r>
              <a:rPr lang="en-GB" dirty="0">
                <a:solidFill>
                  <a:schemeClr val="bg1"/>
                </a:solidFill>
              </a:rPr>
              <a:t>Discussion</a:t>
            </a:r>
          </a:p>
        </p:txBody>
      </p:sp>
    </p:spTree>
    <p:extLst>
      <p:ext uri="{BB962C8B-B14F-4D97-AF65-F5344CB8AC3E}">
        <p14:creationId xmlns:p14="http://schemas.microsoft.com/office/powerpoint/2010/main" val="687639282"/>
      </p:ext>
    </p:extLst>
  </p:cSld>
  <p:clrMapOvr>
    <a:masterClrMapping/>
  </p:clrMapOvr>
</p:sld>
</file>

<file path=ppt/theme/theme1.xml><?xml version="1.0" encoding="utf-8"?>
<a:theme xmlns:a="http://schemas.openxmlformats.org/drawingml/2006/main" name="Theme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49129431_TF78853419_Win32.potx" id="{4B078287-5F8B-4412-8B56-22BABE512007}" vid="{40D3F4AB-D386-4158-AD50-2BEE84BA26E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94F21D10-BD83-491A-AAA6-945C2DB1EB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D20B6E4-879E-4E6C-BDE7-261540CD3765}">
  <ds:schemaRefs>
    <ds:schemaRef ds:uri="http://schemas.microsoft.com/sharepoint/v3/contenttype/forms"/>
  </ds:schemaRefs>
</ds:datastoreItem>
</file>

<file path=customXml/itemProps3.xml><?xml version="1.0" encoding="utf-8"?>
<ds:datastoreItem xmlns:ds="http://schemas.openxmlformats.org/officeDocument/2006/customXml" ds:itemID="{09EC1AB0-9704-404D-B6D3-819D938AC55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{68A58057-5081-4824-9FFB-BB4FEB1E163B}tf78853419_win32</Template>
  <TotalTime>165</TotalTime>
  <Words>858</Words>
  <Application>Microsoft Office PowerPoint</Application>
  <PresentationFormat>Widescreen</PresentationFormat>
  <Paragraphs>65</Paragraphs>
  <Slides>10</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Franklin Gothic Book</vt:lpstr>
      <vt:lpstr>Franklin Gothic Demi</vt:lpstr>
      <vt:lpstr>Wingdings</vt:lpstr>
      <vt:lpstr>Theme1</vt:lpstr>
      <vt:lpstr>Pair Programming</vt:lpstr>
      <vt:lpstr>Agenda</vt:lpstr>
      <vt:lpstr>Pair Programming</vt:lpstr>
      <vt:lpstr>Roles</vt:lpstr>
      <vt:lpstr>Methodologies Pomodoro</vt:lpstr>
      <vt:lpstr>Methodologies Ping Pong</vt:lpstr>
      <vt:lpstr>Benefits</vt:lpstr>
      <vt:lpstr>Drawbacks</vt:lpstr>
      <vt:lpstr>Drawbacks</vt:lpstr>
      <vt:lpstr>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Pair Programming</dc:title>
  <dc:creator>Howson, Alex</dc:creator>
  <cp:lastModifiedBy>Howson, Alex</cp:lastModifiedBy>
  <cp:revision>5</cp:revision>
  <dcterms:created xsi:type="dcterms:W3CDTF">2024-01-30T10:48:39Z</dcterms:created>
  <dcterms:modified xsi:type="dcterms:W3CDTF">2024-02-09T11:42:07Z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